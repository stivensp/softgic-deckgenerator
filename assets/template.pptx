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94" r:id="rId6"/>
    <p:sldId id="298" r:id="rId7"/>
    <p:sldId id="301" r:id="rId8"/>
    <p:sldId id="300" r:id="rId9"/>
    <p:sldId id="302" r:id="rId10"/>
    <p:sldId id="299" r:id="rId11"/>
    <p:sldId id="263" r:id="rId12"/>
    <p:sldId id="291" r:id="rId13"/>
    <p:sldId id="292" r:id="rId14"/>
    <p:sldId id="29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9FD0"/>
    <a:srgbClr val="0096AB"/>
    <a:srgbClr val="F7A73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88" autoAdjust="0"/>
    <p:restoredTop sz="92131" autoAdjust="0"/>
  </p:normalViewPr>
  <p:slideViewPr>
    <p:cSldViewPr snapToGrid="0">
      <p:cViewPr varScale="1">
        <p:scale>
          <a:sx n="72" d="100"/>
          <a:sy n="72" d="100"/>
        </p:scale>
        <p:origin x="121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01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rlesa Rodriguez Durango" userId="50327bc3-4a7c-4b16-852c-d9633ca1563f" providerId="ADAL" clId="{B806F393-D544-47AB-8591-BDF14270B34B}"/>
    <pc:docChg chg="modSld">
      <pc:chgData name="Girlesa Rodriguez Durango" userId="50327bc3-4a7c-4b16-852c-d9633ca1563f" providerId="ADAL" clId="{B806F393-D544-47AB-8591-BDF14270B34B}" dt="2026-03-27T16:10:03.049" v="1" actId="1076"/>
      <pc:docMkLst>
        <pc:docMk/>
      </pc:docMkLst>
      <pc:sldChg chg="modSp mod">
        <pc:chgData name="Girlesa Rodriguez Durango" userId="50327bc3-4a7c-4b16-852c-d9633ca1563f" providerId="ADAL" clId="{B806F393-D544-47AB-8591-BDF14270B34B}" dt="2026-03-27T16:10:03.049" v="1" actId="1076"/>
        <pc:sldMkLst>
          <pc:docMk/>
          <pc:sldMk cId="2106324142" sldId="294"/>
        </pc:sldMkLst>
        <pc:grpChg chg="mod">
          <ac:chgData name="Girlesa Rodriguez Durango" userId="50327bc3-4a7c-4b16-852c-d9633ca1563f" providerId="ADAL" clId="{B806F393-D544-47AB-8591-BDF14270B34B}" dt="2026-03-27T16:10:03.049" v="1" actId="1076"/>
          <ac:grpSpMkLst>
            <pc:docMk/>
            <pc:sldMk cId="2106324142" sldId="294"/>
            <ac:grpSpMk id="2048" creationId="{A236973A-FCA8-F839-ABFD-AADEE74C8992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4D0E46-CD71-8E01-2A5F-F7EBCAFA66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81F1DC-75CA-56EF-5116-7ADD0223F8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030ED-150D-4680-93D1-3684571B53D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0188441-813E-113C-7E14-6840F11FC4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5896390-BC1D-8724-5AFF-F8CEB02FED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F39486-7089-49CE-9579-625A4F68E97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882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2437F-50E0-4548-AA75-7EC5F853627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97982-6DC2-43E1-95E3-F87EB14242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72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297982-6DC2-43E1-95E3-F87EB142421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727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6.svg"/><Relationship Id="rId5" Type="http://schemas.openxmlformats.org/officeDocument/2006/relationships/image" Target="../media/image10.sv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EFF28192-67DA-7D4E-678D-DCFABA2C94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59858">
            <a:off x="7493693" y="2292560"/>
            <a:ext cx="7151764" cy="7934408"/>
          </a:xfrm>
          <a:prstGeom prst="rect">
            <a:avLst/>
          </a:prstGeom>
        </p:spPr>
      </p:pic>
      <p:sp>
        <p:nvSpPr>
          <p:cNvPr id="28" name="Marcador de posición de imagen 27">
            <a:extLst>
              <a:ext uri="{FF2B5EF4-FFF2-40B4-BE49-F238E27FC236}">
                <a16:creationId xmlns:a16="http://schemas.microsoft.com/office/drawing/2014/main" id="{757A6A49-DEB8-A1D8-732A-E926A50CE0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024914" y="395335"/>
            <a:ext cx="2583544" cy="2583544"/>
          </a:xfrm>
          <a:prstGeom prst="flowChartConnector">
            <a:avLst/>
          </a:prstGeom>
          <a:solidFill>
            <a:srgbClr val="F7A730"/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Photo.</a:t>
            </a:r>
          </a:p>
        </p:txBody>
      </p:sp>
      <p:sp>
        <p:nvSpPr>
          <p:cNvPr id="33" name="Marcador de posición de imagen 27">
            <a:extLst>
              <a:ext uri="{FF2B5EF4-FFF2-40B4-BE49-F238E27FC236}">
                <a16:creationId xmlns:a16="http://schemas.microsoft.com/office/drawing/2014/main" id="{14FE9B88-0C2A-53A0-A4AD-93BE0DE7F0D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381828" y="1817735"/>
            <a:ext cx="2177144" cy="2177144"/>
          </a:xfrm>
          <a:prstGeom prst="flowChartConnector">
            <a:avLst/>
          </a:prstGeom>
          <a:solidFill>
            <a:srgbClr val="F7A730"/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Photo.</a:t>
            </a:r>
          </a:p>
        </p:txBody>
      </p:sp>
      <p:sp>
        <p:nvSpPr>
          <p:cNvPr id="34" name="Diagrama de flujo: conector 33">
            <a:extLst>
              <a:ext uri="{FF2B5EF4-FFF2-40B4-BE49-F238E27FC236}">
                <a16:creationId xmlns:a16="http://schemas.microsoft.com/office/drawing/2014/main" id="{40180626-AB13-F416-DD41-522E4E2089AB}"/>
              </a:ext>
            </a:extLst>
          </p:cNvPr>
          <p:cNvSpPr/>
          <p:nvPr userDrawn="1"/>
        </p:nvSpPr>
        <p:spPr>
          <a:xfrm>
            <a:off x="1652814" y="-350157"/>
            <a:ext cx="1571172" cy="1571172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Marcador de texto 35">
            <a:extLst>
              <a:ext uri="{FF2B5EF4-FFF2-40B4-BE49-F238E27FC236}">
                <a16:creationId xmlns:a16="http://schemas.microsoft.com/office/drawing/2014/main" id="{981EF633-530E-FA4B-71F5-44C571284F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12800" y="4591599"/>
            <a:ext cx="5805488" cy="8411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37" name="Marcador de texto 35">
            <a:extLst>
              <a:ext uri="{FF2B5EF4-FFF2-40B4-BE49-F238E27FC236}">
                <a16:creationId xmlns:a16="http://schemas.microsoft.com/office/drawing/2014/main" id="{7F85FFB0-DC03-AA50-7B34-C6B0DEFB22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2800" y="5560641"/>
            <a:ext cx="5558971" cy="6855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B17C979-46E0-36BC-1141-083A3E382F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800" y="3706246"/>
            <a:ext cx="2369001" cy="61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50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C3EB22D7-6804-2CBD-F4EF-3241934FFA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06933" y="6315075"/>
            <a:ext cx="1847850" cy="304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CO" dirty="0"/>
              <a:t>onesource.com</a:t>
            </a:r>
            <a:endParaRPr lang="en-US" dirty="0"/>
          </a:p>
        </p:txBody>
      </p:sp>
      <p:sp>
        <p:nvSpPr>
          <p:cNvPr id="11" name="Marcador de posición de imagen 27">
            <a:extLst>
              <a:ext uri="{FF2B5EF4-FFF2-40B4-BE49-F238E27FC236}">
                <a16:creationId xmlns:a16="http://schemas.microsoft.com/office/drawing/2014/main" id="{AABBB60C-37EE-AA69-08AE-2E851089BC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86337" y="-750386"/>
            <a:ext cx="6641192" cy="6641192"/>
          </a:xfrm>
          <a:prstGeom prst="flowChartConnector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Photo.</a:t>
            </a:r>
          </a:p>
        </p:txBody>
      </p:sp>
      <p:sp>
        <p:nvSpPr>
          <p:cNvPr id="12" name="Diagrama de flujo: conector 11">
            <a:extLst>
              <a:ext uri="{FF2B5EF4-FFF2-40B4-BE49-F238E27FC236}">
                <a16:creationId xmlns:a16="http://schemas.microsoft.com/office/drawing/2014/main" id="{DA3A3633-B23E-BD93-FD70-ED7CE39EC7AA}"/>
              </a:ext>
            </a:extLst>
          </p:cNvPr>
          <p:cNvSpPr/>
          <p:nvPr userDrawn="1"/>
        </p:nvSpPr>
        <p:spPr>
          <a:xfrm>
            <a:off x="6096000" y="4728483"/>
            <a:ext cx="1257300" cy="1257300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D69D1D15-6C2D-097A-D8F9-264E3CC3CB97}"/>
              </a:ext>
            </a:extLst>
          </p:cNvPr>
          <p:cNvSpPr/>
          <p:nvPr userDrawn="1"/>
        </p:nvSpPr>
        <p:spPr>
          <a:xfrm>
            <a:off x="7717973" y="4716237"/>
            <a:ext cx="1891392" cy="1891392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4C64B6D0-95FA-D2BC-9FCC-BFDDA31C17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5888" y="1028701"/>
            <a:ext cx="5057775" cy="121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F7A73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4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4074A788-7650-E633-CC8E-CF08D562E6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5888" y="2338388"/>
            <a:ext cx="5057775" cy="7191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4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7" name="Marcador de texto 14">
            <a:extLst>
              <a:ext uri="{FF2B5EF4-FFF2-40B4-BE49-F238E27FC236}">
                <a16:creationId xmlns:a16="http://schemas.microsoft.com/office/drawing/2014/main" id="{94CCE776-34FE-E28B-232A-439A1F7F51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5888" y="3233738"/>
            <a:ext cx="5057775" cy="2290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4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549C3D1C-8D47-540E-EA27-39E51762AF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671" y="6175463"/>
            <a:ext cx="2018484" cy="44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485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8D53561B-2CDC-9D15-23C0-1B9A8BE6B5F7}"/>
              </a:ext>
            </a:extLst>
          </p:cNvPr>
          <p:cNvSpPr/>
          <p:nvPr userDrawn="1"/>
        </p:nvSpPr>
        <p:spPr>
          <a:xfrm>
            <a:off x="8295825" y="-958556"/>
            <a:ext cx="5055828" cy="5055828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Marcador de texto 14">
            <a:extLst>
              <a:ext uri="{FF2B5EF4-FFF2-40B4-BE49-F238E27FC236}">
                <a16:creationId xmlns:a16="http://schemas.microsoft.com/office/drawing/2014/main" id="{DFA52D73-EAD6-CBF0-8103-0864B6626C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8213" y="4858773"/>
            <a:ext cx="5057775" cy="7191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4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s-ES" dirty="0" err="1"/>
              <a:t>Contact</a:t>
            </a:r>
            <a:r>
              <a:rPr lang="es-ES" dirty="0"/>
              <a:t> </a:t>
            </a:r>
            <a:r>
              <a:rPr lang="es-ES" dirty="0" err="1"/>
              <a:t>info</a:t>
            </a:r>
            <a:endParaRPr lang="es-ES" dirty="0"/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EEC9E1A8-A530-E4E3-66FF-0A16FDCBA244}"/>
              </a:ext>
            </a:extLst>
          </p:cNvPr>
          <p:cNvSpPr/>
          <p:nvPr userDrawn="1"/>
        </p:nvSpPr>
        <p:spPr>
          <a:xfrm>
            <a:off x="7076645" y="1980295"/>
            <a:ext cx="2095460" cy="2095460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Diagrama de flujo: conector 9">
            <a:extLst>
              <a:ext uri="{FF2B5EF4-FFF2-40B4-BE49-F238E27FC236}">
                <a16:creationId xmlns:a16="http://schemas.microsoft.com/office/drawing/2014/main" id="{2FC449C8-1F49-1ABF-5BE0-786222A492B7}"/>
              </a:ext>
            </a:extLst>
          </p:cNvPr>
          <p:cNvSpPr/>
          <p:nvPr userDrawn="1"/>
        </p:nvSpPr>
        <p:spPr>
          <a:xfrm>
            <a:off x="9172105" y="5021829"/>
            <a:ext cx="1112162" cy="1112162"/>
          </a:xfrm>
          <a:prstGeom prst="flowChartConnector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F765D74-2943-6A69-882D-B39A21E72F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359" y="752456"/>
            <a:ext cx="3634642" cy="95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662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2E327215-6258-7711-A846-0DDAB6987B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30673">
            <a:off x="6783796" y="1354067"/>
            <a:ext cx="6172829" cy="6947458"/>
          </a:xfrm>
          <a:prstGeom prst="rect">
            <a:avLst/>
          </a:prstGeom>
        </p:spPr>
      </p:pic>
      <p:sp>
        <p:nvSpPr>
          <p:cNvPr id="16" name="Marcador de texto 9">
            <a:extLst>
              <a:ext uri="{FF2B5EF4-FFF2-40B4-BE49-F238E27FC236}">
                <a16:creationId xmlns:a16="http://schemas.microsoft.com/office/drawing/2014/main" id="{1ED46F32-B980-9512-018E-A56DF094C7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06933" y="6315075"/>
            <a:ext cx="1847850" cy="304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CO" dirty="0"/>
              <a:t>onesource.com</a:t>
            </a:r>
            <a:endParaRPr lang="en-US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816266E9-1F0E-2A4B-F06B-747E46BAF8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4109" y="783092"/>
            <a:ext cx="7009719" cy="886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F7A73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3322F97B-1A7D-CFC9-14E8-3DAFD8AC13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4109" y="1716703"/>
            <a:ext cx="8228920" cy="3553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2257F259-AC5D-D13A-B124-1396C693C0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4108" y="2454632"/>
            <a:ext cx="9520691" cy="2726968"/>
          </a:xfrm>
          <a:prstGeom prst="rect">
            <a:avLst/>
          </a:prstGeom>
        </p:spPr>
        <p:txBody>
          <a:bodyPr numCol="2" spcCol="457200"/>
          <a:lstStyle>
            <a:lvl1pPr marL="0" indent="0">
              <a:buNone/>
              <a:defRPr sz="1600" b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</a:t>
            </a:r>
            <a:r>
              <a:rPr lang="es-ES" dirty="0" err="1"/>
              <a:t>Duis</a:t>
            </a:r>
            <a:r>
              <a:rPr lang="es-ES" dirty="0"/>
              <a:t> </a:t>
            </a:r>
            <a:r>
              <a:rPr lang="es-ES" dirty="0" err="1"/>
              <a:t>aute</a:t>
            </a:r>
            <a:r>
              <a:rPr lang="es-ES" dirty="0"/>
              <a:t> </a:t>
            </a:r>
            <a:r>
              <a:rPr lang="es-ES" dirty="0" err="1"/>
              <a:t>irure</a:t>
            </a:r>
            <a:r>
              <a:rPr lang="es-ES" dirty="0"/>
              <a:t> dolor in </a:t>
            </a:r>
            <a:r>
              <a:rPr lang="es-ES" dirty="0" err="1"/>
              <a:t>reprehenderit</a:t>
            </a:r>
            <a:r>
              <a:rPr lang="es-ES" dirty="0"/>
              <a:t> in </a:t>
            </a:r>
            <a:r>
              <a:rPr lang="es-ES" dirty="0" err="1"/>
              <a:t>voluptate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cillum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pariatur</a:t>
            </a:r>
            <a:r>
              <a:rPr lang="es-ES" dirty="0"/>
              <a:t>. </a:t>
            </a:r>
            <a:r>
              <a:rPr lang="es-ES" dirty="0" err="1"/>
              <a:t>Excepteur</a:t>
            </a:r>
            <a:r>
              <a:rPr lang="es-ES" dirty="0"/>
              <a:t> </a:t>
            </a:r>
            <a:r>
              <a:rPr lang="es-ES" dirty="0" err="1"/>
              <a:t>sint</a:t>
            </a:r>
            <a:r>
              <a:rPr lang="es-ES" dirty="0"/>
              <a:t> </a:t>
            </a:r>
            <a:r>
              <a:rPr lang="es-ES" dirty="0" err="1"/>
              <a:t>occaecat</a:t>
            </a:r>
            <a:r>
              <a:rPr lang="es-ES" dirty="0"/>
              <a:t> </a:t>
            </a:r>
            <a:r>
              <a:rPr lang="es-ES" dirty="0" err="1"/>
              <a:t>cupidatat</a:t>
            </a:r>
            <a:r>
              <a:rPr lang="es-ES" dirty="0"/>
              <a:t> non </a:t>
            </a:r>
            <a:r>
              <a:rPr lang="es-ES" dirty="0" err="1"/>
              <a:t>proident</a:t>
            </a:r>
            <a:r>
              <a:rPr lang="es-ES" dirty="0"/>
              <a:t>, sunt in culpa qui </a:t>
            </a:r>
            <a:r>
              <a:rPr lang="es-ES" dirty="0" err="1"/>
              <a:t>officia</a:t>
            </a:r>
            <a:r>
              <a:rPr lang="es-ES" dirty="0"/>
              <a:t> </a:t>
            </a:r>
            <a:r>
              <a:rPr lang="es-ES" dirty="0" err="1"/>
              <a:t>deserunt</a:t>
            </a:r>
            <a:r>
              <a:rPr lang="es-ES" dirty="0"/>
              <a:t> </a:t>
            </a:r>
            <a:r>
              <a:rPr lang="es-ES" dirty="0" err="1"/>
              <a:t>mollit</a:t>
            </a:r>
            <a:r>
              <a:rPr lang="es-ES" dirty="0"/>
              <a:t> </a:t>
            </a:r>
            <a:r>
              <a:rPr lang="es-ES" dirty="0" err="1"/>
              <a:t>anim</a:t>
            </a:r>
            <a:r>
              <a:rPr lang="es-ES" dirty="0"/>
              <a:t> id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laborum</a:t>
            </a:r>
            <a:r>
              <a:rPr lang="es-ES" dirty="0"/>
              <a:t>.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</a:t>
            </a:r>
            <a:r>
              <a:rPr lang="es-ES" dirty="0" err="1"/>
              <a:t>Duis</a:t>
            </a:r>
            <a:r>
              <a:rPr lang="es-ES" dirty="0"/>
              <a:t> </a:t>
            </a:r>
            <a:r>
              <a:rPr lang="es-ES" dirty="0" err="1"/>
              <a:t>aute</a:t>
            </a:r>
            <a:r>
              <a:rPr lang="es-ES" dirty="0"/>
              <a:t> </a:t>
            </a:r>
            <a:r>
              <a:rPr lang="es-ES" dirty="0" err="1"/>
              <a:t>irure</a:t>
            </a:r>
            <a:r>
              <a:rPr lang="es-ES" dirty="0"/>
              <a:t> dolor in </a:t>
            </a:r>
            <a:r>
              <a:rPr lang="es-ES" dirty="0" err="1"/>
              <a:t>reprehenderit</a:t>
            </a:r>
            <a:r>
              <a:rPr lang="es-ES" dirty="0"/>
              <a:t> in </a:t>
            </a:r>
            <a:r>
              <a:rPr lang="es-ES" dirty="0" err="1"/>
              <a:t>voluptate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cillum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pariatur</a:t>
            </a:r>
            <a:r>
              <a:rPr lang="es-ES" dirty="0"/>
              <a:t>. </a:t>
            </a:r>
            <a:r>
              <a:rPr lang="es-ES" dirty="0" err="1"/>
              <a:t>Excepteur</a:t>
            </a:r>
            <a:r>
              <a:rPr lang="es-ES" dirty="0"/>
              <a:t> </a:t>
            </a:r>
            <a:r>
              <a:rPr lang="es-ES" dirty="0" err="1"/>
              <a:t>sint</a:t>
            </a:r>
            <a:r>
              <a:rPr lang="es-ES" dirty="0"/>
              <a:t> </a:t>
            </a:r>
            <a:r>
              <a:rPr lang="es-ES" dirty="0" err="1"/>
              <a:t>occaecat</a:t>
            </a:r>
            <a:r>
              <a:rPr lang="es-ES" dirty="0"/>
              <a:t> </a:t>
            </a:r>
            <a:r>
              <a:rPr lang="es-ES" dirty="0" err="1"/>
              <a:t>cupidatat</a:t>
            </a:r>
            <a:r>
              <a:rPr lang="es-ES" dirty="0"/>
              <a:t> non </a:t>
            </a:r>
            <a:r>
              <a:rPr lang="es-ES" dirty="0" err="1"/>
              <a:t>proident</a:t>
            </a:r>
            <a:r>
              <a:rPr lang="es-ES" dirty="0"/>
              <a:t>, sunt in culpa qui </a:t>
            </a:r>
            <a:r>
              <a:rPr lang="es-ES" dirty="0" err="1"/>
              <a:t>officia</a:t>
            </a:r>
            <a:r>
              <a:rPr lang="es-ES" dirty="0"/>
              <a:t> </a:t>
            </a:r>
            <a:r>
              <a:rPr lang="es-ES" dirty="0" err="1"/>
              <a:t>deserunt</a:t>
            </a:r>
            <a:r>
              <a:rPr lang="es-ES" dirty="0"/>
              <a:t> </a:t>
            </a:r>
            <a:r>
              <a:rPr lang="es-ES" dirty="0" err="1"/>
              <a:t>mollit</a:t>
            </a:r>
            <a:r>
              <a:rPr lang="es-ES" dirty="0"/>
              <a:t> </a:t>
            </a:r>
            <a:r>
              <a:rPr lang="es-ES" dirty="0" err="1"/>
              <a:t>anim</a:t>
            </a:r>
            <a:r>
              <a:rPr lang="es-ES" dirty="0"/>
              <a:t> id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laborum</a:t>
            </a:r>
            <a:r>
              <a:rPr lang="es-ES" dirty="0"/>
              <a:t>.</a:t>
            </a:r>
          </a:p>
          <a:p>
            <a:pPr lvl="0"/>
            <a:endParaRPr lang="es-ES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F9B3F7B6-8DC5-11E4-AEDE-0184396311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671" y="6175463"/>
            <a:ext cx="2018484" cy="44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968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A62C46D6-91EE-30AF-B39B-5CDE7E89EF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30673">
            <a:off x="6783796" y="1354067"/>
            <a:ext cx="6172829" cy="6947458"/>
          </a:xfrm>
          <a:prstGeom prst="rect">
            <a:avLst/>
          </a:prstGeom>
        </p:spPr>
      </p:pic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8D28EDD7-B180-6B2E-C372-3A0CEC6810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06933" y="6315075"/>
            <a:ext cx="1847850" cy="304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CO" dirty="0"/>
              <a:t>onesource.com</a:t>
            </a:r>
            <a:endParaRPr lang="en-US" dirty="0"/>
          </a:p>
        </p:txBody>
      </p:sp>
      <p:sp>
        <p:nvSpPr>
          <p:cNvPr id="14" name="Marcador de posición de imagen 27">
            <a:extLst>
              <a:ext uri="{FF2B5EF4-FFF2-40B4-BE49-F238E27FC236}">
                <a16:creationId xmlns:a16="http://schemas.microsoft.com/office/drawing/2014/main" id="{964AFA7B-6D01-F097-90A0-34EDDC5402B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45472" y="1235507"/>
            <a:ext cx="4386986" cy="4386986"/>
          </a:xfrm>
          <a:prstGeom prst="flowChartConnector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Photo.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C496DE85-F67C-6A20-04C7-E00F7B0304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62742" y="1580244"/>
            <a:ext cx="5057775" cy="121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F7A73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4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763814B4-DD16-C075-B981-35FD32305A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62742" y="3085629"/>
            <a:ext cx="5057775" cy="2290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4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945DD00E-D90E-9121-C9E0-67DF024B92A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671" y="6175463"/>
            <a:ext cx="2018484" cy="44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28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A62C46D6-91EE-30AF-B39B-5CDE7E89EF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30673">
            <a:off x="6783796" y="1354067"/>
            <a:ext cx="6172829" cy="6947458"/>
          </a:xfrm>
          <a:prstGeom prst="rect">
            <a:avLst/>
          </a:prstGeom>
        </p:spPr>
      </p:pic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8D28EDD7-B180-6B2E-C372-3A0CEC6810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06933" y="6315075"/>
            <a:ext cx="1847850" cy="304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CO" dirty="0"/>
              <a:t>onesource.com</a:t>
            </a:r>
            <a:endParaRPr lang="en-US" dirty="0"/>
          </a:p>
        </p:txBody>
      </p:sp>
      <p:sp>
        <p:nvSpPr>
          <p:cNvPr id="14" name="Marcador de posición de imagen 27">
            <a:extLst>
              <a:ext uri="{FF2B5EF4-FFF2-40B4-BE49-F238E27FC236}">
                <a16:creationId xmlns:a16="http://schemas.microsoft.com/office/drawing/2014/main" id="{964AFA7B-6D01-F097-90A0-34EDDC5402B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215529" y="1235507"/>
            <a:ext cx="4386986" cy="4386986"/>
          </a:xfrm>
          <a:prstGeom prst="flowChartConnector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Photo.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C496DE85-F67C-6A20-04C7-E00F7B0304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36342" y="1580244"/>
            <a:ext cx="5057775" cy="121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F7A73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4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6" name="Marcador de texto 14">
            <a:extLst>
              <a:ext uri="{FF2B5EF4-FFF2-40B4-BE49-F238E27FC236}">
                <a16:creationId xmlns:a16="http://schemas.microsoft.com/office/drawing/2014/main" id="{763814B4-DD16-C075-B981-35FD32305A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36342" y="3085629"/>
            <a:ext cx="5057775" cy="2290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4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56EE2CC2-E78F-EECC-A9DC-66CAC246128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671" y="6175463"/>
            <a:ext cx="2018484" cy="44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057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bg>
      <p:bgPr>
        <a:solidFill>
          <a:srgbClr val="F7A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F4132BF3-646B-D4E3-9263-7ED7BF8ECA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91140" y="2760274"/>
            <a:ext cx="7009719" cy="8860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673152DC-A4CC-5F80-431E-BE00A54EF1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81539" y="3832811"/>
            <a:ext cx="8228920" cy="3553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31535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F4132BF3-646B-D4E3-9263-7ED7BF8ECA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91140" y="2760274"/>
            <a:ext cx="7009719" cy="8860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673152DC-A4CC-5F80-431E-BE00A54EF1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81539" y="3832811"/>
            <a:ext cx="8228920" cy="3553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913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E64209F2-4850-8703-903C-54AEAE9C43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30673">
            <a:off x="6783796" y="1354067"/>
            <a:ext cx="6172829" cy="6947458"/>
          </a:xfrm>
          <a:prstGeom prst="rect">
            <a:avLst/>
          </a:prstGeom>
        </p:spPr>
      </p:pic>
      <p:sp>
        <p:nvSpPr>
          <p:cNvPr id="8" name="Marcador de texto 9">
            <a:extLst>
              <a:ext uri="{FF2B5EF4-FFF2-40B4-BE49-F238E27FC236}">
                <a16:creationId xmlns:a16="http://schemas.microsoft.com/office/drawing/2014/main" id="{6D6A8BAC-2C32-746E-5998-25B5D0971A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06933" y="6315075"/>
            <a:ext cx="1847850" cy="304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CO" dirty="0"/>
              <a:t>onesource.com</a:t>
            </a:r>
            <a:endParaRPr lang="en-US" dirty="0"/>
          </a:p>
        </p:txBody>
      </p:sp>
      <p:sp>
        <p:nvSpPr>
          <p:cNvPr id="9" name="Marcador de texto 17">
            <a:extLst>
              <a:ext uri="{FF2B5EF4-FFF2-40B4-BE49-F238E27FC236}">
                <a16:creationId xmlns:a16="http://schemas.microsoft.com/office/drawing/2014/main" id="{372DFA19-C0FD-AD8E-3A89-822D8AD073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4109" y="783092"/>
            <a:ext cx="7009719" cy="886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F7A73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0" name="Marcador de texto 17">
            <a:extLst>
              <a:ext uri="{FF2B5EF4-FFF2-40B4-BE49-F238E27FC236}">
                <a16:creationId xmlns:a16="http://schemas.microsoft.com/office/drawing/2014/main" id="{77FE647B-DB35-E44F-BB92-49D17B12A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4109" y="1716703"/>
            <a:ext cx="8228920" cy="3553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0CDF057B-2A07-7EB8-CCFC-C8EA5A8627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4108" y="2454632"/>
            <a:ext cx="9520691" cy="2726968"/>
          </a:xfrm>
          <a:prstGeom prst="rect">
            <a:avLst/>
          </a:prstGeom>
        </p:spPr>
        <p:txBody>
          <a:bodyPr numCol="1" spcCol="457200"/>
          <a:lstStyle>
            <a:lvl1pPr marL="0" indent="0">
              <a:buNone/>
              <a:defRPr sz="1600" b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</a:t>
            </a:r>
            <a:r>
              <a:rPr lang="es-ES" dirty="0" err="1"/>
              <a:t>Duis</a:t>
            </a:r>
            <a:r>
              <a:rPr lang="es-ES" dirty="0"/>
              <a:t> </a:t>
            </a:r>
            <a:r>
              <a:rPr lang="es-ES" dirty="0" err="1"/>
              <a:t>aute</a:t>
            </a:r>
            <a:r>
              <a:rPr lang="es-ES" dirty="0"/>
              <a:t> </a:t>
            </a:r>
            <a:r>
              <a:rPr lang="es-ES" dirty="0" err="1"/>
              <a:t>irure</a:t>
            </a:r>
            <a:r>
              <a:rPr lang="es-ES" dirty="0"/>
              <a:t> dolor in </a:t>
            </a:r>
            <a:r>
              <a:rPr lang="es-ES" dirty="0" err="1"/>
              <a:t>reprehenderit</a:t>
            </a:r>
            <a:r>
              <a:rPr lang="es-ES" dirty="0"/>
              <a:t> in </a:t>
            </a:r>
            <a:r>
              <a:rPr lang="es-ES" dirty="0" err="1"/>
              <a:t>voluptate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cillum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pariatur</a:t>
            </a:r>
            <a:r>
              <a:rPr lang="es-ES" dirty="0"/>
              <a:t>. </a:t>
            </a:r>
            <a:r>
              <a:rPr lang="es-ES" dirty="0" err="1"/>
              <a:t>Excepteur</a:t>
            </a:r>
            <a:r>
              <a:rPr lang="es-ES" dirty="0"/>
              <a:t> </a:t>
            </a:r>
            <a:r>
              <a:rPr lang="es-ES" dirty="0" err="1"/>
              <a:t>sint</a:t>
            </a:r>
            <a:r>
              <a:rPr lang="es-ES" dirty="0"/>
              <a:t> </a:t>
            </a:r>
            <a:r>
              <a:rPr lang="es-ES" dirty="0" err="1"/>
              <a:t>occaecat</a:t>
            </a:r>
            <a:r>
              <a:rPr lang="es-ES" dirty="0"/>
              <a:t> </a:t>
            </a:r>
            <a:r>
              <a:rPr lang="es-ES" dirty="0" err="1"/>
              <a:t>cupidatat</a:t>
            </a:r>
            <a:r>
              <a:rPr lang="es-ES" dirty="0"/>
              <a:t> non </a:t>
            </a:r>
            <a:r>
              <a:rPr lang="es-ES" dirty="0" err="1"/>
              <a:t>proident</a:t>
            </a:r>
            <a:r>
              <a:rPr lang="es-ES" dirty="0"/>
              <a:t>, sunt in culpa qui </a:t>
            </a:r>
            <a:r>
              <a:rPr lang="es-ES" dirty="0" err="1"/>
              <a:t>officia</a:t>
            </a:r>
            <a:r>
              <a:rPr lang="es-ES" dirty="0"/>
              <a:t> </a:t>
            </a:r>
            <a:r>
              <a:rPr lang="es-ES" dirty="0" err="1"/>
              <a:t>deserunt</a:t>
            </a:r>
            <a:r>
              <a:rPr lang="es-ES" dirty="0"/>
              <a:t> </a:t>
            </a:r>
            <a:r>
              <a:rPr lang="es-ES" dirty="0" err="1"/>
              <a:t>mollit</a:t>
            </a:r>
            <a:r>
              <a:rPr lang="es-ES" dirty="0"/>
              <a:t> </a:t>
            </a:r>
            <a:r>
              <a:rPr lang="es-ES" dirty="0" err="1"/>
              <a:t>anim</a:t>
            </a:r>
            <a:r>
              <a:rPr lang="es-ES" dirty="0"/>
              <a:t> id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laborum</a:t>
            </a:r>
            <a:r>
              <a:rPr lang="es-ES" dirty="0"/>
              <a:t>.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</a:t>
            </a:r>
            <a:r>
              <a:rPr lang="es-ES" dirty="0" err="1"/>
              <a:t>Duis</a:t>
            </a:r>
            <a:r>
              <a:rPr lang="es-ES" dirty="0"/>
              <a:t> </a:t>
            </a:r>
            <a:r>
              <a:rPr lang="es-ES" dirty="0" err="1"/>
              <a:t>aute</a:t>
            </a:r>
            <a:r>
              <a:rPr lang="es-ES" dirty="0"/>
              <a:t> </a:t>
            </a:r>
            <a:r>
              <a:rPr lang="es-ES" dirty="0" err="1"/>
              <a:t>irure</a:t>
            </a:r>
            <a:r>
              <a:rPr lang="es-ES" dirty="0"/>
              <a:t> dolor in </a:t>
            </a:r>
            <a:r>
              <a:rPr lang="es-ES" dirty="0" err="1"/>
              <a:t>reprehenderit</a:t>
            </a:r>
            <a:r>
              <a:rPr lang="es-ES" dirty="0"/>
              <a:t> in </a:t>
            </a:r>
            <a:r>
              <a:rPr lang="es-ES" dirty="0" err="1"/>
              <a:t>voluptate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cillum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pariatur</a:t>
            </a:r>
            <a:r>
              <a:rPr lang="es-ES" dirty="0"/>
              <a:t>. </a:t>
            </a:r>
            <a:r>
              <a:rPr lang="es-ES" dirty="0" err="1"/>
              <a:t>Excepteur</a:t>
            </a:r>
            <a:r>
              <a:rPr lang="es-ES" dirty="0"/>
              <a:t> </a:t>
            </a:r>
            <a:r>
              <a:rPr lang="es-ES" dirty="0" err="1"/>
              <a:t>sint</a:t>
            </a:r>
            <a:r>
              <a:rPr lang="es-ES" dirty="0"/>
              <a:t> </a:t>
            </a:r>
            <a:r>
              <a:rPr lang="es-ES" dirty="0" err="1"/>
              <a:t>occaecat</a:t>
            </a:r>
            <a:r>
              <a:rPr lang="es-ES" dirty="0"/>
              <a:t> </a:t>
            </a:r>
            <a:r>
              <a:rPr lang="es-ES" dirty="0" err="1"/>
              <a:t>cupidatat</a:t>
            </a:r>
            <a:r>
              <a:rPr lang="es-ES" dirty="0"/>
              <a:t> non </a:t>
            </a:r>
            <a:r>
              <a:rPr lang="es-ES" dirty="0" err="1"/>
              <a:t>proident</a:t>
            </a:r>
            <a:r>
              <a:rPr lang="es-ES" dirty="0"/>
              <a:t>, sunt in culpa qui </a:t>
            </a:r>
            <a:r>
              <a:rPr lang="es-ES" dirty="0" err="1"/>
              <a:t>officia</a:t>
            </a:r>
            <a:r>
              <a:rPr lang="es-ES" dirty="0"/>
              <a:t> </a:t>
            </a:r>
            <a:r>
              <a:rPr lang="es-ES" dirty="0" err="1"/>
              <a:t>deserunt</a:t>
            </a:r>
            <a:r>
              <a:rPr lang="es-ES" dirty="0"/>
              <a:t> </a:t>
            </a:r>
            <a:r>
              <a:rPr lang="es-ES" dirty="0" err="1"/>
              <a:t>mollit</a:t>
            </a:r>
            <a:r>
              <a:rPr lang="es-ES" dirty="0"/>
              <a:t> </a:t>
            </a:r>
            <a:r>
              <a:rPr lang="es-ES" dirty="0" err="1"/>
              <a:t>anim</a:t>
            </a:r>
            <a:r>
              <a:rPr lang="es-ES" dirty="0"/>
              <a:t> id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laborum</a:t>
            </a:r>
            <a:r>
              <a:rPr lang="es-ES" dirty="0"/>
              <a:t>.</a:t>
            </a:r>
          </a:p>
          <a:p>
            <a:pPr lvl="0"/>
            <a:endParaRPr lang="es-ES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82EE8B37-68DC-753E-3B6E-522F53D0D1B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671" y="6175463"/>
            <a:ext cx="2018484" cy="44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14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áfico 10">
            <a:extLst>
              <a:ext uri="{FF2B5EF4-FFF2-40B4-BE49-F238E27FC236}">
                <a16:creationId xmlns:a16="http://schemas.microsoft.com/office/drawing/2014/main" id="{6B37ECCC-B3DC-7DB1-4A7A-051126E5DA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30673">
            <a:off x="6783796" y="1354067"/>
            <a:ext cx="6172829" cy="6947458"/>
          </a:xfrm>
          <a:prstGeom prst="rect">
            <a:avLst/>
          </a:prstGeom>
        </p:spPr>
      </p:pic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4FE0BC07-9E7C-8F5E-7469-2A4EAFCAA3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06933" y="6315075"/>
            <a:ext cx="1847850" cy="304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CO" dirty="0"/>
              <a:t>onesource.com</a:t>
            </a:r>
            <a:endParaRPr lang="en-US" dirty="0"/>
          </a:p>
        </p:txBody>
      </p:sp>
      <p:sp>
        <p:nvSpPr>
          <p:cNvPr id="3" name="Marcador de posición de imagen 27">
            <a:extLst>
              <a:ext uri="{FF2B5EF4-FFF2-40B4-BE49-F238E27FC236}">
                <a16:creationId xmlns:a16="http://schemas.microsoft.com/office/drawing/2014/main" id="{E7E858EB-42EE-070E-BDDF-FFD23057BE4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801563" y="2126343"/>
            <a:ext cx="2198916" cy="2198916"/>
          </a:xfrm>
          <a:prstGeom prst="flowChartConnector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Photo.</a:t>
            </a:r>
          </a:p>
        </p:txBody>
      </p:sp>
      <p:sp>
        <p:nvSpPr>
          <p:cNvPr id="4" name="Marcador de posición de imagen 27">
            <a:extLst>
              <a:ext uri="{FF2B5EF4-FFF2-40B4-BE49-F238E27FC236}">
                <a16:creationId xmlns:a16="http://schemas.microsoft.com/office/drawing/2014/main" id="{A7E020BE-110A-764C-7BC3-368C5FF7B72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996542" y="2126343"/>
            <a:ext cx="2198916" cy="2198916"/>
          </a:xfrm>
          <a:prstGeom prst="flowChartConnector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Photo.</a:t>
            </a:r>
          </a:p>
        </p:txBody>
      </p:sp>
      <p:sp>
        <p:nvSpPr>
          <p:cNvPr id="5" name="Marcador de posición de imagen 27">
            <a:extLst>
              <a:ext uri="{FF2B5EF4-FFF2-40B4-BE49-F238E27FC236}">
                <a16:creationId xmlns:a16="http://schemas.microsoft.com/office/drawing/2014/main" id="{3DBDC632-7335-C1F5-8C89-D26D24BD32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4827" y="2126343"/>
            <a:ext cx="2198916" cy="2198916"/>
          </a:xfrm>
          <a:prstGeom prst="flowChartConnector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Photo.</a:t>
            </a:r>
          </a:p>
        </p:txBody>
      </p:sp>
      <p:sp>
        <p:nvSpPr>
          <p:cNvPr id="6" name="Marcador de texto 17">
            <a:extLst>
              <a:ext uri="{FF2B5EF4-FFF2-40B4-BE49-F238E27FC236}">
                <a16:creationId xmlns:a16="http://schemas.microsoft.com/office/drawing/2014/main" id="{B0222EF5-4B98-9331-64C9-FB3270D149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4109" y="783092"/>
            <a:ext cx="7009719" cy="886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F7A73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8" name="Marcador de texto 17">
            <a:extLst>
              <a:ext uri="{FF2B5EF4-FFF2-40B4-BE49-F238E27FC236}">
                <a16:creationId xmlns:a16="http://schemas.microsoft.com/office/drawing/2014/main" id="{6A6BB0AB-D514-17F8-9663-5C48F20B29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7636" y="4648330"/>
            <a:ext cx="2446770" cy="3553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9" name="Marcador de texto 17">
            <a:extLst>
              <a:ext uri="{FF2B5EF4-FFF2-40B4-BE49-F238E27FC236}">
                <a16:creationId xmlns:a16="http://schemas.microsoft.com/office/drawing/2014/main" id="{8552B29E-7B24-D0DD-7626-57D9E0C6AE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72615" y="4648330"/>
            <a:ext cx="2446770" cy="3553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0" name="Marcador de texto 17">
            <a:extLst>
              <a:ext uri="{FF2B5EF4-FFF2-40B4-BE49-F238E27FC236}">
                <a16:creationId xmlns:a16="http://schemas.microsoft.com/office/drawing/2014/main" id="{9D3AA2AE-F0AA-2D0C-4FCD-D52D5F201E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10900" y="4648330"/>
            <a:ext cx="2446770" cy="3553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EF97804-B95E-DEEA-A890-4222FC4675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671" y="6175463"/>
            <a:ext cx="2018484" cy="44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861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áfico 10">
            <a:extLst>
              <a:ext uri="{FF2B5EF4-FFF2-40B4-BE49-F238E27FC236}">
                <a16:creationId xmlns:a16="http://schemas.microsoft.com/office/drawing/2014/main" id="{6B37ECCC-B3DC-7DB1-4A7A-051126E5DA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30673">
            <a:off x="6783796" y="1354067"/>
            <a:ext cx="6172829" cy="6947458"/>
          </a:xfrm>
          <a:prstGeom prst="rect">
            <a:avLst/>
          </a:prstGeom>
        </p:spPr>
      </p:pic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4FE0BC07-9E7C-8F5E-7469-2A4EAFCAA3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06933" y="6315075"/>
            <a:ext cx="1847850" cy="304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CO" dirty="0"/>
              <a:t>onesource.com</a:t>
            </a:r>
            <a:endParaRPr lang="en-US" dirty="0"/>
          </a:p>
        </p:txBody>
      </p:sp>
      <p:sp>
        <p:nvSpPr>
          <p:cNvPr id="6" name="Marcador de texto 17">
            <a:extLst>
              <a:ext uri="{FF2B5EF4-FFF2-40B4-BE49-F238E27FC236}">
                <a16:creationId xmlns:a16="http://schemas.microsoft.com/office/drawing/2014/main" id="{B0222EF5-4B98-9331-64C9-FB3270D149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4109" y="783092"/>
            <a:ext cx="7009719" cy="886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F7A73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8" name="Marcador de texto 17">
            <a:extLst>
              <a:ext uri="{FF2B5EF4-FFF2-40B4-BE49-F238E27FC236}">
                <a16:creationId xmlns:a16="http://schemas.microsoft.com/office/drawing/2014/main" id="{6A6BB0AB-D514-17F8-9663-5C48F20B29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7636" y="3594105"/>
            <a:ext cx="2446770" cy="3553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9" name="Marcador de texto 17">
            <a:extLst>
              <a:ext uri="{FF2B5EF4-FFF2-40B4-BE49-F238E27FC236}">
                <a16:creationId xmlns:a16="http://schemas.microsoft.com/office/drawing/2014/main" id="{8552B29E-7B24-D0DD-7626-57D9E0C6AE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72615" y="3594105"/>
            <a:ext cx="2446770" cy="3553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0" name="Marcador de texto 17">
            <a:extLst>
              <a:ext uri="{FF2B5EF4-FFF2-40B4-BE49-F238E27FC236}">
                <a16:creationId xmlns:a16="http://schemas.microsoft.com/office/drawing/2014/main" id="{9D3AA2AE-F0AA-2D0C-4FCD-D52D5F201E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10900" y="3594105"/>
            <a:ext cx="2446770" cy="3553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2" name="Marcador de texto 14">
            <a:extLst>
              <a:ext uri="{FF2B5EF4-FFF2-40B4-BE49-F238E27FC236}">
                <a16:creationId xmlns:a16="http://schemas.microsoft.com/office/drawing/2014/main" id="{40634597-7F01-A67A-8B72-1A48EF66198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68869" y="4176713"/>
            <a:ext cx="2455538" cy="8860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4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7" name="Marcador de texto 14">
            <a:extLst>
              <a:ext uri="{FF2B5EF4-FFF2-40B4-BE49-F238E27FC236}">
                <a16:creationId xmlns:a16="http://schemas.microsoft.com/office/drawing/2014/main" id="{27509411-0E91-12AB-BDBB-3B7EAD7EBDB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3847" y="4176713"/>
            <a:ext cx="2455538" cy="8860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4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4" name="Marcador de texto 14">
            <a:extLst>
              <a:ext uri="{FF2B5EF4-FFF2-40B4-BE49-F238E27FC236}">
                <a16:creationId xmlns:a16="http://schemas.microsoft.com/office/drawing/2014/main" id="{19992A48-7FD4-C134-7080-736A980E95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2132" y="4176713"/>
            <a:ext cx="2455538" cy="8860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4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16" name="Gráfico 15" descr="Marca de insignia1 contorno">
            <a:extLst>
              <a:ext uri="{FF2B5EF4-FFF2-40B4-BE49-F238E27FC236}">
                <a16:creationId xmlns:a16="http://schemas.microsoft.com/office/drawing/2014/main" id="{B760B548-3EE2-1827-3270-31E88C0523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51328" y="2241373"/>
            <a:ext cx="1090620" cy="1090620"/>
          </a:xfrm>
          <a:prstGeom prst="rect">
            <a:avLst/>
          </a:prstGeom>
        </p:spPr>
      </p:pic>
      <p:pic>
        <p:nvPicPr>
          <p:cNvPr id="18" name="Gráfico 17" descr="Marca de insignia contorno">
            <a:extLst>
              <a:ext uri="{FF2B5EF4-FFF2-40B4-BE49-F238E27FC236}">
                <a16:creationId xmlns:a16="http://schemas.microsoft.com/office/drawing/2014/main" id="{93004C71-4272-DDAA-19F9-255308D64BE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35689" y="2220139"/>
            <a:ext cx="1111854" cy="1111854"/>
          </a:xfrm>
          <a:prstGeom prst="rect">
            <a:avLst/>
          </a:prstGeom>
        </p:spPr>
      </p:pic>
      <p:pic>
        <p:nvPicPr>
          <p:cNvPr id="20" name="Gráfico 19" descr="Marca de escudo contorno">
            <a:extLst>
              <a:ext uri="{FF2B5EF4-FFF2-40B4-BE49-F238E27FC236}">
                <a16:creationId xmlns:a16="http://schemas.microsoft.com/office/drawing/2014/main" id="{63564772-A5C0-259A-57F5-8517C0C2706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73974" y="2230756"/>
            <a:ext cx="1111854" cy="1111854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D0E0B0AE-D635-555F-2F55-89EBEB8032C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8671" y="6175463"/>
            <a:ext cx="2018484" cy="44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46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8B539424-DA7C-0977-7D43-A59FF68470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30673">
            <a:off x="6783796" y="1354067"/>
            <a:ext cx="6172829" cy="6947458"/>
          </a:xfrm>
          <a:prstGeom prst="rect">
            <a:avLst/>
          </a:prstGeom>
        </p:spPr>
      </p:pic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2C82C777-1333-1212-0CCE-3DB0327A2F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06933" y="6315075"/>
            <a:ext cx="1847850" cy="304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CO" dirty="0"/>
              <a:t>onesource.com</a:t>
            </a:r>
            <a:endParaRPr lang="en-US" dirty="0"/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40D488A7-4133-A17E-ED4F-1B3208892D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5082" y="795930"/>
            <a:ext cx="4963204" cy="886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F7A73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D1DC70C9-10F3-7752-F841-158794B2C9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15081" y="1819365"/>
            <a:ext cx="4963204" cy="3553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0A7B89ED-40A5-E49F-7C41-F6A12E7EE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5081" y="2449473"/>
            <a:ext cx="4963204" cy="2726968"/>
          </a:xfrm>
          <a:prstGeom prst="rect">
            <a:avLst/>
          </a:prstGeom>
        </p:spPr>
        <p:txBody>
          <a:bodyPr numCol="1" spcCol="457200"/>
          <a:lstStyle>
            <a:lvl1pPr marL="0" indent="0">
              <a:buNone/>
              <a:defRPr sz="1600" b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</a:t>
            </a:r>
            <a:r>
              <a:rPr lang="es-ES" dirty="0" err="1"/>
              <a:t>Duis</a:t>
            </a:r>
            <a:r>
              <a:rPr lang="es-ES" dirty="0"/>
              <a:t> </a:t>
            </a:r>
            <a:r>
              <a:rPr lang="es-ES" dirty="0" err="1"/>
              <a:t>aute</a:t>
            </a:r>
            <a:r>
              <a:rPr lang="es-ES" dirty="0"/>
              <a:t> </a:t>
            </a:r>
            <a:r>
              <a:rPr lang="es-ES" dirty="0" err="1"/>
              <a:t>irure</a:t>
            </a:r>
            <a:r>
              <a:rPr lang="es-ES" dirty="0"/>
              <a:t> dolor in </a:t>
            </a:r>
            <a:r>
              <a:rPr lang="es-ES" dirty="0" err="1"/>
              <a:t>reprehenderit</a:t>
            </a:r>
            <a:r>
              <a:rPr lang="es-ES" dirty="0"/>
              <a:t> in </a:t>
            </a:r>
            <a:r>
              <a:rPr lang="es-ES" dirty="0" err="1"/>
              <a:t>voluptate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cillum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pariatur</a:t>
            </a:r>
            <a:r>
              <a:rPr lang="es-ES" dirty="0"/>
              <a:t>. </a:t>
            </a:r>
            <a:r>
              <a:rPr lang="es-ES" dirty="0" err="1"/>
              <a:t>Excepteur</a:t>
            </a:r>
            <a:r>
              <a:rPr lang="es-ES" dirty="0"/>
              <a:t> </a:t>
            </a:r>
            <a:r>
              <a:rPr lang="es-ES" dirty="0" err="1"/>
              <a:t>sint</a:t>
            </a:r>
            <a:r>
              <a:rPr lang="es-ES" dirty="0"/>
              <a:t> </a:t>
            </a:r>
            <a:r>
              <a:rPr lang="es-ES" dirty="0" err="1"/>
              <a:t>occaecat</a:t>
            </a:r>
            <a:r>
              <a:rPr lang="es-ES" dirty="0"/>
              <a:t> </a:t>
            </a:r>
            <a:r>
              <a:rPr lang="es-ES" dirty="0" err="1"/>
              <a:t>cupidatat</a:t>
            </a:r>
            <a:r>
              <a:rPr lang="es-ES" dirty="0"/>
              <a:t> non </a:t>
            </a:r>
            <a:r>
              <a:rPr lang="es-ES" dirty="0" err="1"/>
              <a:t>proident</a:t>
            </a:r>
            <a:r>
              <a:rPr lang="es-ES" dirty="0"/>
              <a:t>, sunt in culpa qui </a:t>
            </a:r>
            <a:r>
              <a:rPr lang="es-ES" dirty="0" err="1"/>
              <a:t>officia</a:t>
            </a:r>
            <a:r>
              <a:rPr lang="es-ES" dirty="0"/>
              <a:t> </a:t>
            </a:r>
            <a:r>
              <a:rPr lang="es-ES" dirty="0" err="1"/>
              <a:t>deserunt</a:t>
            </a:r>
            <a:r>
              <a:rPr lang="es-ES" dirty="0"/>
              <a:t> </a:t>
            </a:r>
            <a:r>
              <a:rPr lang="es-ES" dirty="0" err="1"/>
              <a:t>mollit</a:t>
            </a:r>
            <a:r>
              <a:rPr lang="es-ES" dirty="0"/>
              <a:t> </a:t>
            </a:r>
            <a:r>
              <a:rPr lang="es-ES" dirty="0" err="1"/>
              <a:t>anim</a:t>
            </a:r>
            <a:r>
              <a:rPr lang="es-ES" dirty="0"/>
              <a:t> id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laborum</a:t>
            </a:r>
            <a:r>
              <a:rPr lang="es-ES" dirty="0"/>
              <a:t>.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</a:t>
            </a:r>
            <a:endParaRPr lang="es-ES" dirty="0"/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A286006D-763E-7137-719E-D7CA0F1DFB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4054" y="795930"/>
            <a:ext cx="4963204" cy="886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F7A73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61B87006-D846-49E4-AB54-3C58381566B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74053" y="1819365"/>
            <a:ext cx="4963204" cy="3553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BCF3C102-41E0-60C6-A120-92270549D3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4053" y="2449473"/>
            <a:ext cx="4963204" cy="2726968"/>
          </a:xfrm>
          <a:prstGeom prst="rect">
            <a:avLst/>
          </a:prstGeom>
        </p:spPr>
        <p:txBody>
          <a:bodyPr numCol="1" spcCol="457200"/>
          <a:lstStyle>
            <a:lvl1pPr marL="0" indent="0">
              <a:buNone/>
              <a:defRPr sz="1600" b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</a:t>
            </a:r>
            <a:r>
              <a:rPr lang="es-ES" dirty="0" err="1"/>
              <a:t>Duis</a:t>
            </a:r>
            <a:r>
              <a:rPr lang="es-ES" dirty="0"/>
              <a:t> </a:t>
            </a:r>
            <a:r>
              <a:rPr lang="es-ES" dirty="0" err="1"/>
              <a:t>aute</a:t>
            </a:r>
            <a:r>
              <a:rPr lang="es-ES" dirty="0"/>
              <a:t> </a:t>
            </a:r>
            <a:r>
              <a:rPr lang="es-ES" dirty="0" err="1"/>
              <a:t>irure</a:t>
            </a:r>
            <a:r>
              <a:rPr lang="es-ES" dirty="0"/>
              <a:t> dolor in </a:t>
            </a:r>
            <a:r>
              <a:rPr lang="es-ES" dirty="0" err="1"/>
              <a:t>reprehenderit</a:t>
            </a:r>
            <a:r>
              <a:rPr lang="es-ES" dirty="0"/>
              <a:t> in </a:t>
            </a:r>
            <a:r>
              <a:rPr lang="es-ES" dirty="0" err="1"/>
              <a:t>voluptate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cillum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pariatur</a:t>
            </a:r>
            <a:r>
              <a:rPr lang="es-ES" dirty="0"/>
              <a:t>. </a:t>
            </a:r>
            <a:r>
              <a:rPr lang="es-ES" dirty="0" err="1"/>
              <a:t>Excepteur</a:t>
            </a:r>
            <a:r>
              <a:rPr lang="es-ES" dirty="0"/>
              <a:t> </a:t>
            </a:r>
            <a:r>
              <a:rPr lang="es-ES" dirty="0" err="1"/>
              <a:t>sint</a:t>
            </a:r>
            <a:r>
              <a:rPr lang="es-ES" dirty="0"/>
              <a:t> </a:t>
            </a:r>
            <a:r>
              <a:rPr lang="es-ES" dirty="0" err="1"/>
              <a:t>occaecat</a:t>
            </a:r>
            <a:r>
              <a:rPr lang="es-ES" dirty="0"/>
              <a:t> </a:t>
            </a:r>
            <a:r>
              <a:rPr lang="es-ES" dirty="0" err="1"/>
              <a:t>cupidatat</a:t>
            </a:r>
            <a:r>
              <a:rPr lang="es-ES" dirty="0"/>
              <a:t> non </a:t>
            </a:r>
            <a:r>
              <a:rPr lang="es-ES" dirty="0" err="1"/>
              <a:t>proident</a:t>
            </a:r>
            <a:r>
              <a:rPr lang="es-ES" dirty="0"/>
              <a:t>, sunt in culpa qui </a:t>
            </a:r>
            <a:r>
              <a:rPr lang="es-ES" dirty="0" err="1"/>
              <a:t>officia</a:t>
            </a:r>
            <a:r>
              <a:rPr lang="es-ES" dirty="0"/>
              <a:t> </a:t>
            </a:r>
            <a:r>
              <a:rPr lang="es-ES" dirty="0" err="1"/>
              <a:t>deserunt</a:t>
            </a:r>
            <a:r>
              <a:rPr lang="es-ES" dirty="0"/>
              <a:t> </a:t>
            </a:r>
            <a:r>
              <a:rPr lang="es-ES" dirty="0" err="1"/>
              <a:t>mollit</a:t>
            </a:r>
            <a:r>
              <a:rPr lang="es-ES" dirty="0"/>
              <a:t> </a:t>
            </a:r>
            <a:r>
              <a:rPr lang="es-ES" dirty="0" err="1"/>
              <a:t>anim</a:t>
            </a:r>
            <a:r>
              <a:rPr lang="es-ES" dirty="0"/>
              <a:t> id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laborum</a:t>
            </a:r>
            <a:r>
              <a:rPr lang="es-ES" dirty="0"/>
              <a:t>.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</a:t>
            </a:r>
            <a:endParaRPr lang="es-ES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4E778AA0-6DB5-2C54-F049-749CA7AD05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671" y="6175463"/>
            <a:ext cx="2018484" cy="44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615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0A3B2E41-19E5-6348-F647-DACEC2AA1D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30673">
            <a:off x="6783796" y="1354067"/>
            <a:ext cx="6172829" cy="6947458"/>
          </a:xfrm>
          <a:prstGeom prst="rect">
            <a:avLst/>
          </a:prstGeom>
        </p:spPr>
      </p:pic>
      <p:sp>
        <p:nvSpPr>
          <p:cNvPr id="9" name="Marcador de texto 9">
            <a:extLst>
              <a:ext uri="{FF2B5EF4-FFF2-40B4-BE49-F238E27FC236}">
                <a16:creationId xmlns:a16="http://schemas.microsoft.com/office/drawing/2014/main" id="{AACCF15A-B728-4938-482D-60FF3645B6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06933" y="6315075"/>
            <a:ext cx="1847850" cy="304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CO" dirty="0"/>
              <a:t>onesource.com</a:t>
            </a:r>
            <a:endParaRPr lang="en-US" dirty="0"/>
          </a:p>
        </p:txBody>
      </p:sp>
      <p:sp>
        <p:nvSpPr>
          <p:cNvPr id="10" name="Marcador de texto 17">
            <a:extLst>
              <a:ext uri="{FF2B5EF4-FFF2-40B4-BE49-F238E27FC236}">
                <a16:creationId xmlns:a16="http://schemas.microsoft.com/office/drawing/2014/main" id="{6D7763EE-07D8-EA6E-313F-86651806CB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9884" y="1100730"/>
            <a:ext cx="4963204" cy="886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F7A73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4C4F627D-D537-DB94-6120-2508D3C016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99883" y="2124165"/>
            <a:ext cx="4963204" cy="3553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8411C29E-74C2-9818-38E9-33FB08C509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9883" y="2754273"/>
            <a:ext cx="4963204" cy="2726968"/>
          </a:xfrm>
          <a:prstGeom prst="rect">
            <a:avLst/>
          </a:prstGeom>
        </p:spPr>
        <p:txBody>
          <a:bodyPr numCol="1" spcCol="457200"/>
          <a:lstStyle>
            <a:lvl1pPr marL="0" indent="0">
              <a:buNone/>
              <a:defRPr sz="1600" b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do </a:t>
            </a:r>
            <a:r>
              <a:rPr lang="es-ES" dirty="0" err="1"/>
              <a:t>eiusmod</a:t>
            </a:r>
            <a:r>
              <a:rPr lang="es-ES" dirty="0"/>
              <a:t> </a:t>
            </a:r>
            <a:r>
              <a:rPr lang="es-ES" dirty="0" err="1"/>
              <a:t>tempor</a:t>
            </a:r>
            <a:r>
              <a:rPr lang="es-ES" dirty="0"/>
              <a:t> </a:t>
            </a:r>
            <a:r>
              <a:rPr lang="es-ES" dirty="0" err="1"/>
              <a:t>incididunt</a:t>
            </a:r>
            <a:r>
              <a:rPr lang="es-ES" dirty="0"/>
              <a:t> ut labore et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</a:t>
            </a:r>
            <a:r>
              <a:rPr lang="es-ES" dirty="0"/>
              <a:t>. Ut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quis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exercitation</a:t>
            </a:r>
            <a:r>
              <a:rPr lang="es-ES" dirty="0"/>
              <a:t> </a:t>
            </a:r>
            <a:r>
              <a:rPr lang="es-ES" dirty="0" err="1"/>
              <a:t>ullamco</a:t>
            </a:r>
            <a:r>
              <a:rPr lang="es-ES" dirty="0"/>
              <a:t> </a:t>
            </a:r>
            <a:r>
              <a:rPr lang="es-ES" dirty="0" err="1"/>
              <a:t>laboris</a:t>
            </a:r>
            <a:r>
              <a:rPr lang="es-ES" dirty="0"/>
              <a:t> </a:t>
            </a:r>
            <a:r>
              <a:rPr lang="es-ES" dirty="0" err="1"/>
              <a:t>nisi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</a:t>
            </a:r>
            <a:r>
              <a:rPr lang="es-ES" dirty="0" err="1"/>
              <a:t>Duis</a:t>
            </a:r>
            <a:r>
              <a:rPr lang="es-ES" dirty="0"/>
              <a:t> </a:t>
            </a:r>
            <a:r>
              <a:rPr lang="es-ES" dirty="0" err="1"/>
              <a:t>aute</a:t>
            </a:r>
            <a:r>
              <a:rPr lang="es-ES" dirty="0"/>
              <a:t> </a:t>
            </a:r>
            <a:r>
              <a:rPr lang="es-ES" dirty="0" err="1"/>
              <a:t>irure</a:t>
            </a:r>
            <a:r>
              <a:rPr lang="es-ES" dirty="0"/>
              <a:t> dolor in </a:t>
            </a:r>
            <a:r>
              <a:rPr lang="es-ES" dirty="0" err="1"/>
              <a:t>reprehenderit</a:t>
            </a:r>
            <a:r>
              <a:rPr lang="es-ES" dirty="0"/>
              <a:t> in </a:t>
            </a:r>
            <a:r>
              <a:rPr lang="es-ES" dirty="0" err="1"/>
              <a:t>voluptate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cillum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pariatur</a:t>
            </a:r>
            <a:r>
              <a:rPr lang="es-ES" dirty="0"/>
              <a:t>. </a:t>
            </a:r>
            <a:r>
              <a:rPr lang="es-ES" dirty="0" err="1"/>
              <a:t>Excepteur</a:t>
            </a:r>
            <a:r>
              <a:rPr lang="es-ES" dirty="0"/>
              <a:t> </a:t>
            </a:r>
            <a:r>
              <a:rPr lang="es-ES" dirty="0" err="1"/>
              <a:t>sint</a:t>
            </a:r>
            <a:r>
              <a:rPr lang="es-ES" dirty="0"/>
              <a:t> </a:t>
            </a:r>
            <a:r>
              <a:rPr lang="es-ES" dirty="0" err="1"/>
              <a:t>occaecat</a:t>
            </a:r>
            <a:r>
              <a:rPr lang="es-ES" dirty="0"/>
              <a:t> </a:t>
            </a:r>
            <a:r>
              <a:rPr lang="es-ES" dirty="0" err="1"/>
              <a:t>cupidatat</a:t>
            </a:r>
            <a:r>
              <a:rPr lang="es-ES" dirty="0"/>
              <a:t> non </a:t>
            </a:r>
            <a:r>
              <a:rPr lang="es-ES" dirty="0" err="1"/>
              <a:t>proident</a:t>
            </a:r>
            <a:r>
              <a:rPr lang="es-ES" dirty="0"/>
              <a:t>, sunt in culpa qui </a:t>
            </a:r>
            <a:r>
              <a:rPr lang="es-ES" dirty="0" err="1"/>
              <a:t>officia</a:t>
            </a:r>
            <a:r>
              <a:rPr lang="es-ES" dirty="0"/>
              <a:t> </a:t>
            </a:r>
            <a:r>
              <a:rPr lang="es-ES" dirty="0" err="1"/>
              <a:t>deserunt</a:t>
            </a:r>
            <a:r>
              <a:rPr lang="es-ES" dirty="0"/>
              <a:t> </a:t>
            </a:r>
            <a:r>
              <a:rPr lang="es-ES" dirty="0" err="1"/>
              <a:t>mollit</a:t>
            </a:r>
            <a:r>
              <a:rPr lang="es-ES" dirty="0"/>
              <a:t> </a:t>
            </a:r>
            <a:r>
              <a:rPr lang="es-ES" dirty="0" err="1"/>
              <a:t>anim</a:t>
            </a:r>
            <a:r>
              <a:rPr lang="es-ES" dirty="0"/>
              <a:t> id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laborum</a:t>
            </a:r>
            <a:r>
              <a:rPr lang="es-ES" dirty="0"/>
              <a:t>.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</a:t>
            </a:r>
            <a:endParaRPr lang="es-ES" dirty="0"/>
          </a:p>
        </p:txBody>
      </p:sp>
      <p:sp>
        <p:nvSpPr>
          <p:cNvPr id="13" name="Marcador de posición de imagen 27">
            <a:extLst>
              <a:ext uri="{FF2B5EF4-FFF2-40B4-BE49-F238E27FC236}">
                <a16:creationId xmlns:a16="http://schemas.microsoft.com/office/drawing/2014/main" id="{C411AFB4-903F-0B07-AB1F-62418361841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104900" y="896630"/>
            <a:ext cx="2535644" cy="2535644"/>
          </a:xfrm>
          <a:prstGeom prst="flowChartConnector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Photo.</a:t>
            </a:r>
          </a:p>
        </p:txBody>
      </p:sp>
      <p:sp>
        <p:nvSpPr>
          <p:cNvPr id="14" name="Marcador de posición de imagen 27">
            <a:extLst>
              <a:ext uri="{FF2B5EF4-FFF2-40B4-BE49-F238E27FC236}">
                <a16:creationId xmlns:a16="http://schemas.microsoft.com/office/drawing/2014/main" id="{332927A3-E11D-34F4-CB5C-888D195242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98101" y="2178781"/>
            <a:ext cx="1693816" cy="1693816"/>
          </a:xfrm>
          <a:prstGeom prst="flowChartConnector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Photo.</a:t>
            </a:r>
          </a:p>
        </p:txBody>
      </p:sp>
      <p:sp>
        <p:nvSpPr>
          <p:cNvPr id="15" name="Marcador de posición de imagen 27">
            <a:extLst>
              <a:ext uri="{FF2B5EF4-FFF2-40B4-BE49-F238E27FC236}">
                <a16:creationId xmlns:a16="http://schemas.microsoft.com/office/drawing/2014/main" id="{6E875AE4-A8DC-EC9E-D32E-0E10201A0B9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070424" y="3659002"/>
            <a:ext cx="1999910" cy="1999910"/>
          </a:xfrm>
          <a:prstGeom prst="flowChartConnector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Photo.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054E87E-2685-E342-B0BF-C47C53CB495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671" y="6175463"/>
            <a:ext cx="2018484" cy="44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518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vertical y text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69721C8C-BF27-41E7-6452-2FFACE5F4D61}"/>
              </a:ext>
            </a:extLst>
          </p:cNvPr>
          <p:cNvSpPr/>
          <p:nvPr userDrawn="1"/>
        </p:nvSpPr>
        <p:spPr>
          <a:xfrm>
            <a:off x="7837714" y="-537029"/>
            <a:ext cx="7910286" cy="7910286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arcador de posición de imagen 27">
            <a:extLst>
              <a:ext uri="{FF2B5EF4-FFF2-40B4-BE49-F238E27FC236}">
                <a16:creationId xmlns:a16="http://schemas.microsoft.com/office/drawing/2014/main" id="{2D23982E-9012-34F8-92EF-08953897B69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603271" y="1436549"/>
            <a:ext cx="3963130" cy="3963130"/>
          </a:xfrm>
          <a:prstGeom prst="flowChartConnector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Photo.</a:t>
            </a:r>
          </a:p>
        </p:txBody>
      </p:sp>
      <p:sp>
        <p:nvSpPr>
          <p:cNvPr id="10" name="Marcador de texto 17">
            <a:extLst>
              <a:ext uri="{FF2B5EF4-FFF2-40B4-BE49-F238E27FC236}">
                <a16:creationId xmlns:a16="http://schemas.microsoft.com/office/drawing/2014/main" id="{C4CB29A1-0EB3-C9EC-EEEE-0ADCF4C918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1673" y="2720723"/>
            <a:ext cx="4325258" cy="88605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CC44BCFA-2AEF-7339-B153-71F0C13CBF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21672" y="3872129"/>
            <a:ext cx="4325258" cy="3553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528704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vertical y tex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69721C8C-BF27-41E7-6452-2FFACE5F4D61}"/>
              </a:ext>
            </a:extLst>
          </p:cNvPr>
          <p:cNvSpPr/>
          <p:nvPr userDrawn="1"/>
        </p:nvSpPr>
        <p:spPr>
          <a:xfrm>
            <a:off x="7837714" y="-537029"/>
            <a:ext cx="7910286" cy="7910286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arcador de posición de imagen 27">
            <a:extLst>
              <a:ext uri="{FF2B5EF4-FFF2-40B4-BE49-F238E27FC236}">
                <a16:creationId xmlns:a16="http://schemas.microsoft.com/office/drawing/2014/main" id="{2D23982E-9012-34F8-92EF-08953897B69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603271" y="1436549"/>
            <a:ext cx="3963130" cy="3963130"/>
          </a:xfrm>
          <a:prstGeom prst="flowChartConnector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Photo.</a:t>
            </a:r>
          </a:p>
        </p:txBody>
      </p:sp>
      <p:sp>
        <p:nvSpPr>
          <p:cNvPr id="10" name="Marcador de texto 17">
            <a:extLst>
              <a:ext uri="{FF2B5EF4-FFF2-40B4-BE49-F238E27FC236}">
                <a16:creationId xmlns:a16="http://schemas.microsoft.com/office/drawing/2014/main" id="{C4CB29A1-0EB3-C9EC-EEEE-0ADCF4C918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21673" y="2720723"/>
            <a:ext cx="4325258" cy="88605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CC44BCFA-2AEF-7339-B153-71F0C13CBF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21672" y="3872129"/>
            <a:ext cx="4325258" cy="3553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26155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8B539424-DA7C-0977-7D43-A59FF68470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30673">
            <a:off x="6783796" y="1354067"/>
            <a:ext cx="6172829" cy="6947458"/>
          </a:xfrm>
          <a:prstGeom prst="rect">
            <a:avLst/>
          </a:prstGeom>
        </p:spPr>
      </p:pic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2C82C777-1333-1212-0CCE-3DB0327A2F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06933" y="6315075"/>
            <a:ext cx="1847850" cy="304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CO" dirty="0"/>
              <a:t>onesource.com</a:t>
            </a:r>
            <a:endParaRPr lang="en-US" dirty="0"/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8723316C-A820-73D9-7D27-E1E6D73711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8985" y="781617"/>
            <a:ext cx="6636382" cy="369054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F7A73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Column List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657CB465-B57C-AD4F-0104-40EB2F9C0F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60471" y="2185656"/>
            <a:ext cx="3879451" cy="32740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800">
                <a:latin typeface="Poppins" panose="00000500000000000000" pitchFamily="2" charset="0"/>
                <a:cs typeface="Poppins" panose="00000500000000000000" pitchFamily="2" charset="0"/>
              </a:defRPr>
            </a:lvl2pPr>
          </a:lstStyle>
          <a:p>
            <a:r>
              <a:rPr lang="en-US" b="1" dirty="0">
                <a:solidFill>
                  <a:schemeClr val="accent1"/>
                </a:solidFill>
              </a:rPr>
              <a:t>01.</a:t>
            </a:r>
            <a:r>
              <a:rPr lang="en-US" dirty="0"/>
              <a:t>  Heading:</a:t>
            </a:r>
          </a:p>
          <a:p>
            <a:pPr lvl="1"/>
            <a:r>
              <a:rPr lang="en-US" dirty="0"/>
              <a:t>List item sample</a:t>
            </a:r>
          </a:p>
          <a:p>
            <a:pPr lvl="1"/>
            <a:r>
              <a:rPr lang="en-US" dirty="0"/>
              <a:t>List item sample</a:t>
            </a:r>
          </a:p>
          <a:p>
            <a:pPr lvl="1"/>
            <a:r>
              <a:rPr lang="en-US" dirty="0"/>
              <a:t>List item sample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D42F5-6B49-73B6-F75D-A1306DFAF6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6832" y="2185656"/>
            <a:ext cx="3879451" cy="32740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b="1" dirty="0">
                <a:solidFill>
                  <a:schemeClr val="accent1"/>
                </a:solidFill>
              </a:rPr>
              <a:t>02.</a:t>
            </a:r>
            <a:r>
              <a:rPr lang="en-US" dirty="0"/>
              <a:t>  Heading</a:t>
            </a:r>
          </a:p>
          <a:p>
            <a:r>
              <a:rPr lang="en-US" b="1" dirty="0">
                <a:solidFill>
                  <a:schemeClr val="accent1"/>
                </a:solidFill>
              </a:rPr>
              <a:t>03.</a:t>
            </a:r>
            <a:r>
              <a:rPr lang="en-US" dirty="0"/>
              <a:t>  Heading</a:t>
            </a:r>
          </a:p>
          <a:p>
            <a:r>
              <a:rPr lang="en-US" b="1" dirty="0">
                <a:solidFill>
                  <a:schemeClr val="accent1"/>
                </a:solidFill>
              </a:rPr>
              <a:t>04.</a:t>
            </a:r>
            <a:r>
              <a:rPr lang="en-US" dirty="0"/>
              <a:t>  Heading</a:t>
            </a:r>
          </a:p>
          <a:p>
            <a:r>
              <a:rPr lang="en-US" b="1" dirty="0">
                <a:solidFill>
                  <a:schemeClr val="accent1"/>
                </a:solidFill>
              </a:rPr>
              <a:t>05.</a:t>
            </a:r>
            <a:r>
              <a:rPr lang="en-US" dirty="0"/>
              <a:t>  Heading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A8E65EF-D22C-C0B2-056E-407905E6A4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58987" y="1291010"/>
            <a:ext cx="6636380" cy="2873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White background utilized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19822363-8966-011C-5A14-6EDB1105FF3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671" y="6175463"/>
            <a:ext cx="2018484" cy="44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92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áfico 10">
            <a:extLst>
              <a:ext uri="{FF2B5EF4-FFF2-40B4-BE49-F238E27FC236}">
                <a16:creationId xmlns:a16="http://schemas.microsoft.com/office/drawing/2014/main" id="{A79F8F54-C584-9775-C23F-2F94A53B03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30673">
            <a:off x="6783796" y="1354067"/>
            <a:ext cx="6172829" cy="6947458"/>
          </a:xfrm>
          <a:prstGeom prst="rect">
            <a:avLst/>
          </a:prstGeom>
        </p:spPr>
      </p:pic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7CB23729-8993-EE2D-CFA8-40FAE728B1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06933" y="6315075"/>
            <a:ext cx="1847850" cy="304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CO" dirty="0"/>
              <a:t>onesource.com</a:t>
            </a:r>
            <a:endParaRPr lang="en-US" dirty="0"/>
          </a:p>
        </p:txBody>
      </p:sp>
      <p:sp>
        <p:nvSpPr>
          <p:cNvPr id="5" name="Marcador de texto 17">
            <a:extLst>
              <a:ext uri="{FF2B5EF4-FFF2-40B4-BE49-F238E27FC236}">
                <a16:creationId xmlns:a16="http://schemas.microsoft.com/office/drawing/2014/main" id="{F0DA0C76-0527-A80F-F9AF-D20A47A2CD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4109" y="783092"/>
            <a:ext cx="7009719" cy="886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F7A730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texto 17">
            <a:extLst>
              <a:ext uri="{FF2B5EF4-FFF2-40B4-BE49-F238E27FC236}">
                <a16:creationId xmlns:a16="http://schemas.microsoft.com/office/drawing/2014/main" id="{6C71E30B-D206-8E1E-175D-89D547E78C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4109" y="1716703"/>
            <a:ext cx="8228920" cy="3553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7825CD7-FBCD-B82B-857E-F0528846CA0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671" y="6284274"/>
            <a:ext cx="1282475" cy="33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5995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áfico 10">
            <a:extLst>
              <a:ext uri="{FF2B5EF4-FFF2-40B4-BE49-F238E27FC236}">
                <a16:creationId xmlns:a16="http://schemas.microsoft.com/office/drawing/2014/main" id="{A79F8F54-C584-9775-C23F-2F94A53B03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30673">
            <a:off x="6783796" y="1354067"/>
            <a:ext cx="6172829" cy="6947458"/>
          </a:xfrm>
          <a:prstGeom prst="rect">
            <a:avLst/>
          </a:prstGeom>
        </p:spPr>
      </p:pic>
      <p:sp>
        <p:nvSpPr>
          <p:cNvPr id="13" name="Marcador de texto 9">
            <a:extLst>
              <a:ext uri="{FF2B5EF4-FFF2-40B4-BE49-F238E27FC236}">
                <a16:creationId xmlns:a16="http://schemas.microsoft.com/office/drawing/2014/main" id="{7CB23729-8993-EE2D-CFA8-40FAE728B1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06933" y="6315075"/>
            <a:ext cx="1847850" cy="304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s-CO" dirty="0"/>
              <a:t>onesource.com</a:t>
            </a:r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88A9B02-7192-EF34-88DA-DEA9EA01E850}"/>
              </a:ext>
            </a:extLst>
          </p:cNvPr>
          <p:cNvSpPr txBox="1"/>
          <p:nvPr userDrawn="1"/>
        </p:nvSpPr>
        <p:spPr>
          <a:xfrm>
            <a:off x="2769323" y="4444811"/>
            <a:ext cx="69580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“Few options exist for business owners who need the depth of business services that </a:t>
            </a:r>
            <a:r>
              <a:rPr lang="en-US" sz="1800" dirty="0" err="1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VensureHR</a:t>
            </a:r>
            <a:r>
              <a:rPr lang="en-US" sz="18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delivers.” </a:t>
            </a:r>
          </a:p>
          <a:p>
            <a:pPr lvl="0"/>
            <a:endParaRPr lang="en-US" sz="800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/>
            <a:r>
              <a:rPr lang="en-US" sz="1200" dirty="0">
                <a:solidFill>
                  <a:schemeClr val="accent1"/>
                </a:solidFill>
                <a:latin typeface="Poppins" panose="00000500000000000000" pitchFamily="2" charset="0"/>
                <a:ea typeface="Open Sans Semibold" panose="020B0606030504020204" pitchFamily="34" charset="0"/>
                <a:cs typeface="Poppins" panose="00000500000000000000" pitchFamily="2" charset="0"/>
              </a:rPr>
              <a:t>Source:  Make sure you always site your sources.</a:t>
            </a:r>
          </a:p>
        </p:txBody>
      </p:sp>
      <p:sp>
        <p:nvSpPr>
          <p:cNvPr id="4" name="Marcador de posición de imagen 27">
            <a:extLst>
              <a:ext uri="{FF2B5EF4-FFF2-40B4-BE49-F238E27FC236}">
                <a16:creationId xmlns:a16="http://schemas.microsoft.com/office/drawing/2014/main" id="{F1E8B774-1A49-F8A0-CF60-1AAFF068113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08136" y="1006228"/>
            <a:ext cx="3175728" cy="3175728"/>
          </a:xfrm>
          <a:prstGeom prst="flowChartConnector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Photo.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7496F45-75F5-2BE3-46BC-C9BCCBDFB5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671" y="6175463"/>
            <a:ext cx="2018484" cy="44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570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52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8" r:id="rId3"/>
    <p:sldLayoutId id="2147483651" r:id="rId4"/>
    <p:sldLayoutId id="2147483652" r:id="rId5"/>
    <p:sldLayoutId id="2147483660" r:id="rId6"/>
    <p:sldLayoutId id="2147483653" r:id="rId7"/>
    <p:sldLayoutId id="2147483661" r:id="rId8"/>
    <p:sldLayoutId id="2147483654" r:id="rId9"/>
    <p:sldLayoutId id="2147483662" r:id="rId10"/>
    <p:sldLayoutId id="2147483663" r:id="rId11"/>
    <p:sldLayoutId id="2147483657" r:id="rId12"/>
    <p:sldLayoutId id="2147483658" r:id="rId13"/>
    <p:sldLayoutId id="2147483659" r:id="rId14"/>
    <p:sldLayoutId id="2147483664" r:id="rId15"/>
    <p:sldLayoutId id="2147483665" r:id="rId16"/>
    <p:sldLayoutId id="2147483666" r:id="rId17"/>
    <p:sldLayoutId id="214748366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7.png"/><Relationship Id="rId18" Type="http://schemas.openxmlformats.org/officeDocument/2006/relationships/image" Target="../media/image32.svg"/><Relationship Id="rId3" Type="http://schemas.openxmlformats.org/officeDocument/2006/relationships/image" Target="../media/image18.sv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7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microsoft.com/office/2007/relationships/hdphoto" Target="../media/hdphoto2.wdp"/><Relationship Id="rId1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4.png"/><Relationship Id="rId7" Type="http://schemas.openxmlformats.org/officeDocument/2006/relationships/image" Target="../media/image38.sv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svg"/><Relationship Id="rId10" Type="http://schemas.openxmlformats.org/officeDocument/2006/relationships/image" Target="../media/image41.sv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svg"/><Relationship Id="rId18" Type="http://schemas.openxmlformats.org/officeDocument/2006/relationships/image" Target="../media/image66.png"/><Relationship Id="rId3" Type="http://schemas.openxmlformats.org/officeDocument/2006/relationships/image" Target="../media/image51.svg"/><Relationship Id="rId21" Type="http://schemas.openxmlformats.org/officeDocument/2006/relationships/image" Target="../media/image69.svg"/><Relationship Id="rId7" Type="http://schemas.openxmlformats.org/officeDocument/2006/relationships/image" Target="../media/image55.svg"/><Relationship Id="rId12" Type="http://schemas.openxmlformats.org/officeDocument/2006/relationships/image" Target="../media/image60.png"/><Relationship Id="rId17" Type="http://schemas.openxmlformats.org/officeDocument/2006/relationships/image" Target="../media/image65.svg"/><Relationship Id="rId2" Type="http://schemas.openxmlformats.org/officeDocument/2006/relationships/image" Target="../media/image50.png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4.png"/><Relationship Id="rId11" Type="http://schemas.openxmlformats.org/officeDocument/2006/relationships/image" Target="../media/image59.svg"/><Relationship Id="rId5" Type="http://schemas.openxmlformats.org/officeDocument/2006/relationships/image" Target="../media/image53.svg"/><Relationship Id="rId15" Type="http://schemas.openxmlformats.org/officeDocument/2006/relationships/image" Target="../media/image63.svg"/><Relationship Id="rId10" Type="http://schemas.openxmlformats.org/officeDocument/2006/relationships/image" Target="../media/image58.png"/><Relationship Id="rId19" Type="http://schemas.openxmlformats.org/officeDocument/2006/relationships/image" Target="../media/image67.svg"/><Relationship Id="rId4" Type="http://schemas.openxmlformats.org/officeDocument/2006/relationships/image" Target="../media/image52.png"/><Relationship Id="rId9" Type="http://schemas.openxmlformats.org/officeDocument/2006/relationships/image" Target="../media/image57.svg"/><Relationship Id="rId14" Type="http://schemas.openxmlformats.org/officeDocument/2006/relationships/image" Target="../media/image6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73.svg"/><Relationship Id="rId4" Type="http://schemas.openxmlformats.org/officeDocument/2006/relationships/image" Target="../media/image7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6.sv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1.jpeg"/><Relationship Id="rId21" Type="http://schemas.openxmlformats.org/officeDocument/2006/relationships/image" Target="../media/image96.png"/><Relationship Id="rId42" Type="http://schemas.openxmlformats.org/officeDocument/2006/relationships/image" Target="../media/image59.svg"/><Relationship Id="rId47" Type="http://schemas.openxmlformats.org/officeDocument/2006/relationships/image" Target="../media/image112.png"/><Relationship Id="rId63" Type="http://schemas.openxmlformats.org/officeDocument/2006/relationships/image" Target="../media/image128.png"/><Relationship Id="rId68" Type="http://schemas.openxmlformats.org/officeDocument/2006/relationships/image" Target="../media/image133.png"/><Relationship Id="rId84" Type="http://schemas.openxmlformats.org/officeDocument/2006/relationships/image" Target="../media/image149.png"/><Relationship Id="rId89" Type="http://schemas.openxmlformats.org/officeDocument/2006/relationships/image" Target="../media/image154.png"/><Relationship Id="rId16" Type="http://schemas.openxmlformats.org/officeDocument/2006/relationships/image" Target="../media/image91.png"/><Relationship Id="rId11" Type="http://schemas.openxmlformats.org/officeDocument/2006/relationships/image" Target="../media/image86.png"/><Relationship Id="rId32" Type="http://schemas.openxmlformats.org/officeDocument/2006/relationships/image" Target="../media/image107.png"/><Relationship Id="rId37" Type="http://schemas.openxmlformats.org/officeDocument/2006/relationships/image" Target="../media/image54.png"/><Relationship Id="rId53" Type="http://schemas.openxmlformats.org/officeDocument/2006/relationships/image" Target="../media/image118.png"/><Relationship Id="rId58" Type="http://schemas.openxmlformats.org/officeDocument/2006/relationships/image" Target="../media/image123.png"/><Relationship Id="rId74" Type="http://schemas.openxmlformats.org/officeDocument/2006/relationships/image" Target="../media/image139.png"/><Relationship Id="rId79" Type="http://schemas.openxmlformats.org/officeDocument/2006/relationships/image" Target="../media/image144.png"/><Relationship Id="rId102" Type="http://schemas.openxmlformats.org/officeDocument/2006/relationships/image" Target="../media/image167.svg"/><Relationship Id="rId5" Type="http://schemas.openxmlformats.org/officeDocument/2006/relationships/image" Target="../media/image80.jpeg"/><Relationship Id="rId90" Type="http://schemas.openxmlformats.org/officeDocument/2006/relationships/image" Target="../media/image155.png"/><Relationship Id="rId95" Type="http://schemas.openxmlformats.org/officeDocument/2006/relationships/image" Target="../media/image160.png"/><Relationship Id="rId22" Type="http://schemas.openxmlformats.org/officeDocument/2006/relationships/image" Target="../media/image97.png"/><Relationship Id="rId27" Type="http://schemas.openxmlformats.org/officeDocument/2006/relationships/image" Target="../media/image102.jpeg"/><Relationship Id="rId43" Type="http://schemas.openxmlformats.org/officeDocument/2006/relationships/image" Target="../media/image108.png"/><Relationship Id="rId48" Type="http://schemas.openxmlformats.org/officeDocument/2006/relationships/image" Target="../media/image113.png"/><Relationship Id="rId64" Type="http://schemas.openxmlformats.org/officeDocument/2006/relationships/image" Target="../media/image129.png"/><Relationship Id="rId69" Type="http://schemas.openxmlformats.org/officeDocument/2006/relationships/image" Target="../media/image134.png"/><Relationship Id="rId80" Type="http://schemas.openxmlformats.org/officeDocument/2006/relationships/image" Target="../media/image145.png"/><Relationship Id="rId85" Type="http://schemas.openxmlformats.org/officeDocument/2006/relationships/image" Target="../media/image150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5" Type="http://schemas.openxmlformats.org/officeDocument/2006/relationships/image" Target="../media/image100.png"/><Relationship Id="rId33" Type="http://schemas.openxmlformats.org/officeDocument/2006/relationships/image" Target="../media/image50.png"/><Relationship Id="rId38" Type="http://schemas.openxmlformats.org/officeDocument/2006/relationships/image" Target="../media/image55.svg"/><Relationship Id="rId46" Type="http://schemas.openxmlformats.org/officeDocument/2006/relationships/image" Target="../media/image111.png"/><Relationship Id="rId59" Type="http://schemas.openxmlformats.org/officeDocument/2006/relationships/image" Target="../media/image124.png"/><Relationship Id="rId67" Type="http://schemas.openxmlformats.org/officeDocument/2006/relationships/image" Target="../media/image132.png"/><Relationship Id="rId103" Type="http://schemas.openxmlformats.org/officeDocument/2006/relationships/image" Target="../media/image168.png"/><Relationship Id="rId20" Type="http://schemas.openxmlformats.org/officeDocument/2006/relationships/image" Target="../media/image95.png"/><Relationship Id="rId41" Type="http://schemas.openxmlformats.org/officeDocument/2006/relationships/image" Target="../media/image58.png"/><Relationship Id="rId54" Type="http://schemas.openxmlformats.org/officeDocument/2006/relationships/image" Target="../media/image119.png"/><Relationship Id="rId62" Type="http://schemas.openxmlformats.org/officeDocument/2006/relationships/image" Target="../media/image127.svg"/><Relationship Id="rId70" Type="http://schemas.openxmlformats.org/officeDocument/2006/relationships/image" Target="../media/image135.svg"/><Relationship Id="rId75" Type="http://schemas.openxmlformats.org/officeDocument/2006/relationships/image" Target="../media/image140.png"/><Relationship Id="rId83" Type="http://schemas.openxmlformats.org/officeDocument/2006/relationships/image" Target="../media/image148.png"/><Relationship Id="rId88" Type="http://schemas.openxmlformats.org/officeDocument/2006/relationships/image" Target="../media/image153.png"/><Relationship Id="rId91" Type="http://schemas.openxmlformats.org/officeDocument/2006/relationships/image" Target="../media/image156.png"/><Relationship Id="rId96" Type="http://schemas.openxmlformats.org/officeDocument/2006/relationships/image" Target="../media/image16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1.jpeg"/><Relationship Id="rId15" Type="http://schemas.openxmlformats.org/officeDocument/2006/relationships/image" Target="../media/image90.png"/><Relationship Id="rId23" Type="http://schemas.openxmlformats.org/officeDocument/2006/relationships/image" Target="../media/image98.png"/><Relationship Id="rId28" Type="http://schemas.openxmlformats.org/officeDocument/2006/relationships/image" Target="../media/image103.png"/><Relationship Id="rId36" Type="http://schemas.openxmlformats.org/officeDocument/2006/relationships/image" Target="../media/image53.svg"/><Relationship Id="rId49" Type="http://schemas.openxmlformats.org/officeDocument/2006/relationships/image" Target="../media/image114.png"/><Relationship Id="rId57" Type="http://schemas.openxmlformats.org/officeDocument/2006/relationships/image" Target="../media/image122.png"/><Relationship Id="rId10" Type="http://schemas.openxmlformats.org/officeDocument/2006/relationships/image" Target="../media/image85.png"/><Relationship Id="rId31" Type="http://schemas.openxmlformats.org/officeDocument/2006/relationships/image" Target="../media/image106.png"/><Relationship Id="rId44" Type="http://schemas.openxmlformats.org/officeDocument/2006/relationships/image" Target="../media/image109.png"/><Relationship Id="rId52" Type="http://schemas.openxmlformats.org/officeDocument/2006/relationships/image" Target="../media/image117.png"/><Relationship Id="rId60" Type="http://schemas.openxmlformats.org/officeDocument/2006/relationships/image" Target="../media/image125.svg"/><Relationship Id="rId65" Type="http://schemas.openxmlformats.org/officeDocument/2006/relationships/image" Target="../media/image130.png"/><Relationship Id="rId73" Type="http://schemas.openxmlformats.org/officeDocument/2006/relationships/image" Target="../media/image138.png"/><Relationship Id="rId78" Type="http://schemas.openxmlformats.org/officeDocument/2006/relationships/image" Target="../media/image143.png"/><Relationship Id="rId81" Type="http://schemas.openxmlformats.org/officeDocument/2006/relationships/image" Target="../media/image146.svg"/><Relationship Id="rId86" Type="http://schemas.openxmlformats.org/officeDocument/2006/relationships/image" Target="../media/image151.emf"/><Relationship Id="rId94" Type="http://schemas.openxmlformats.org/officeDocument/2006/relationships/image" Target="../media/image159.png"/><Relationship Id="rId99" Type="http://schemas.openxmlformats.org/officeDocument/2006/relationships/image" Target="../media/image164.png"/><Relationship Id="rId101" Type="http://schemas.openxmlformats.org/officeDocument/2006/relationships/image" Target="../media/image166.png"/><Relationship Id="rId4" Type="http://schemas.openxmlformats.org/officeDocument/2006/relationships/image" Target="../media/image79.jpeg"/><Relationship Id="rId9" Type="http://schemas.openxmlformats.org/officeDocument/2006/relationships/image" Target="../media/image84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9" Type="http://schemas.openxmlformats.org/officeDocument/2006/relationships/image" Target="../media/image56.png"/><Relationship Id="rId34" Type="http://schemas.openxmlformats.org/officeDocument/2006/relationships/image" Target="../media/image51.svg"/><Relationship Id="rId50" Type="http://schemas.openxmlformats.org/officeDocument/2006/relationships/image" Target="../media/image115.png"/><Relationship Id="rId55" Type="http://schemas.openxmlformats.org/officeDocument/2006/relationships/image" Target="../media/image120.gif"/><Relationship Id="rId76" Type="http://schemas.openxmlformats.org/officeDocument/2006/relationships/image" Target="../media/image141.png"/><Relationship Id="rId97" Type="http://schemas.openxmlformats.org/officeDocument/2006/relationships/image" Target="../media/image162.png"/><Relationship Id="rId104" Type="http://schemas.openxmlformats.org/officeDocument/2006/relationships/image" Target="../media/image169.png"/><Relationship Id="rId7" Type="http://schemas.openxmlformats.org/officeDocument/2006/relationships/image" Target="../media/image82.png"/><Relationship Id="rId71" Type="http://schemas.openxmlformats.org/officeDocument/2006/relationships/image" Target="../media/image136.png"/><Relationship Id="rId92" Type="http://schemas.openxmlformats.org/officeDocument/2006/relationships/image" Target="../media/image157.png"/><Relationship Id="rId2" Type="http://schemas.openxmlformats.org/officeDocument/2006/relationships/image" Target="../media/image77.jpeg"/><Relationship Id="rId29" Type="http://schemas.openxmlformats.org/officeDocument/2006/relationships/image" Target="../media/image104.png"/><Relationship Id="rId24" Type="http://schemas.openxmlformats.org/officeDocument/2006/relationships/image" Target="../media/image99.png"/><Relationship Id="rId40" Type="http://schemas.openxmlformats.org/officeDocument/2006/relationships/image" Target="../media/image57.svg"/><Relationship Id="rId45" Type="http://schemas.openxmlformats.org/officeDocument/2006/relationships/image" Target="../media/image110.png"/><Relationship Id="rId66" Type="http://schemas.openxmlformats.org/officeDocument/2006/relationships/image" Target="../media/image131.png"/><Relationship Id="rId87" Type="http://schemas.openxmlformats.org/officeDocument/2006/relationships/image" Target="../media/image152.png"/><Relationship Id="rId61" Type="http://schemas.openxmlformats.org/officeDocument/2006/relationships/image" Target="../media/image126.png"/><Relationship Id="rId82" Type="http://schemas.openxmlformats.org/officeDocument/2006/relationships/image" Target="../media/image147.png"/><Relationship Id="rId19" Type="http://schemas.openxmlformats.org/officeDocument/2006/relationships/image" Target="../media/image94.svg"/><Relationship Id="rId14" Type="http://schemas.openxmlformats.org/officeDocument/2006/relationships/image" Target="../media/image89.png"/><Relationship Id="rId30" Type="http://schemas.openxmlformats.org/officeDocument/2006/relationships/image" Target="../media/image105.png"/><Relationship Id="rId35" Type="http://schemas.openxmlformats.org/officeDocument/2006/relationships/image" Target="../media/image52.png"/><Relationship Id="rId56" Type="http://schemas.openxmlformats.org/officeDocument/2006/relationships/image" Target="../media/image121.png"/><Relationship Id="rId77" Type="http://schemas.openxmlformats.org/officeDocument/2006/relationships/image" Target="../media/image142.png"/><Relationship Id="rId100" Type="http://schemas.openxmlformats.org/officeDocument/2006/relationships/image" Target="../media/image165.png"/><Relationship Id="rId8" Type="http://schemas.openxmlformats.org/officeDocument/2006/relationships/image" Target="../media/image83.png"/><Relationship Id="rId51" Type="http://schemas.openxmlformats.org/officeDocument/2006/relationships/image" Target="../media/image116.png"/><Relationship Id="rId72" Type="http://schemas.openxmlformats.org/officeDocument/2006/relationships/image" Target="../media/image137.png"/><Relationship Id="rId93" Type="http://schemas.openxmlformats.org/officeDocument/2006/relationships/image" Target="../media/image158.png"/><Relationship Id="rId98" Type="http://schemas.openxmlformats.org/officeDocument/2006/relationships/image" Target="../media/image163.png"/><Relationship Id="rId3" Type="http://schemas.openxmlformats.org/officeDocument/2006/relationships/image" Target="../media/image78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6.png"/><Relationship Id="rId21" Type="http://schemas.openxmlformats.org/officeDocument/2006/relationships/image" Target="../media/image182.png"/><Relationship Id="rId34" Type="http://schemas.openxmlformats.org/officeDocument/2006/relationships/image" Target="../media/image190.png"/><Relationship Id="rId42" Type="http://schemas.openxmlformats.org/officeDocument/2006/relationships/image" Target="../media/image195.png"/><Relationship Id="rId47" Type="http://schemas.microsoft.com/office/2007/relationships/hdphoto" Target="../media/hdphoto20.wdp"/><Relationship Id="rId50" Type="http://schemas.openxmlformats.org/officeDocument/2006/relationships/image" Target="../media/image199.png"/><Relationship Id="rId55" Type="http://schemas.openxmlformats.org/officeDocument/2006/relationships/image" Target="../media/image203.png"/><Relationship Id="rId63" Type="http://schemas.microsoft.com/office/2007/relationships/hdphoto" Target="../media/hdphoto26.wdp"/><Relationship Id="rId68" Type="http://schemas.openxmlformats.org/officeDocument/2006/relationships/image" Target="../media/image210.png"/><Relationship Id="rId7" Type="http://schemas.microsoft.com/office/2007/relationships/hdphoto" Target="../media/hdphoto4.wdp"/><Relationship Id="rId2" Type="http://schemas.openxmlformats.org/officeDocument/2006/relationships/image" Target="../media/image170.png"/><Relationship Id="rId16" Type="http://schemas.openxmlformats.org/officeDocument/2006/relationships/image" Target="../media/image179.png"/><Relationship Id="rId29" Type="http://schemas.microsoft.com/office/2007/relationships/hdphoto" Target="../media/hdphoto12.wdp"/><Relationship Id="rId11" Type="http://schemas.microsoft.com/office/2007/relationships/hdphoto" Target="../media/hdphoto6.wdp"/><Relationship Id="rId24" Type="http://schemas.openxmlformats.org/officeDocument/2006/relationships/image" Target="../media/image185.png"/><Relationship Id="rId32" Type="http://schemas.openxmlformats.org/officeDocument/2006/relationships/image" Target="../media/image189.png"/><Relationship Id="rId37" Type="http://schemas.microsoft.com/office/2007/relationships/hdphoto" Target="../media/hdphoto15.wdp"/><Relationship Id="rId40" Type="http://schemas.openxmlformats.org/officeDocument/2006/relationships/image" Target="../media/image194.png"/><Relationship Id="rId45" Type="http://schemas.microsoft.com/office/2007/relationships/hdphoto" Target="../media/hdphoto19.wdp"/><Relationship Id="rId53" Type="http://schemas.microsoft.com/office/2007/relationships/hdphoto" Target="../media/hdphoto22.wdp"/><Relationship Id="rId58" Type="http://schemas.microsoft.com/office/2007/relationships/hdphoto" Target="../media/hdphoto24.wdp"/><Relationship Id="rId66" Type="http://schemas.openxmlformats.org/officeDocument/2006/relationships/image" Target="../media/image209.png"/><Relationship Id="rId5" Type="http://schemas.openxmlformats.org/officeDocument/2006/relationships/image" Target="../media/image172.png"/><Relationship Id="rId61" Type="http://schemas.microsoft.com/office/2007/relationships/hdphoto" Target="../media/hdphoto25.wdp"/><Relationship Id="rId19" Type="http://schemas.microsoft.com/office/2007/relationships/hdphoto" Target="../media/hdphoto9.wdp"/><Relationship Id="rId14" Type="http://schemas.openxmlformats.org/officeDocument/2006/relationships/image" Target="../media/image178.png"/><Relationship Id="rId22" Type="http://schemas.openxmlformats.org/officeDocument/2006/relationships/image" Target="../media/image183.png"/><Relationship Id="rId27" Type="http://schemas.microsoft.com/office/2007/relationships/hdphoto" Target="../media/hdphoto11.wdp"/><Relationship Id="rId30" Type="http://schemas.openxmlformats.org/officeDocument/2006/relationships/image" Target="../media/image188.png"/><Relationship Id="rId35" Type="http://schemas.openxmlformats.org/officeDocument/2006/relationships/image" Target="../media/image191.png"/><Relationship Id="rId43" Type="http://schemas.microsoft.com/office/2007/relationships/hdphoto" Target="../media/hdphoto18.wdp"/><Relationship Id="rId48" Type="http://schemas.openxmlformats.org/officeDocument/2006/relationships/image" Target="../media/image198.png"/><Relationship Id="rId56" Type="http://schemas.microsoft.com/office/2007/relationships/hdphoto" Target="../media/hdphoto23.wdp"/><Relationship Id="rId64" Type="http://schemas.openxmlformats.org/officeDocument/2006/relationships/image" Target="../media/image208.png"/><Relationship Id="rId8" Type="http://schemas.openxmlformats.org/officeDocument/2006/relationships/image" Target="../media/image174.png"/><Relationship Id="rId51" Type="http://schemas.openxmlformats.org/officeDocument/2006/relationships/image" Target="../media/image200.svg"/><Relationship Id="rId3" Type="http://schemas.microsoft.com/office/2007/relationships/hdphoto" Target="../media/hdphoto3.wdp"/><Relationship Id="rId12" Type="http://schemas.openxmlformats.org/officeDocument/2006/relationships/image" Target="../media/image176.png"/><Relationship Id="rId17" Type="http://schemas.microsoft.com/office/2007/relationships/hdphoto" Target="../media/hdphoto8.wdp"/><Relationship Id="rId25" Type="http://schemas.microsoft.com/office/2007/relationships/hdphoto" Target="../media/hdphoto10.wdp"/><Relationship Id="rId33" Type="http://schemas.microsoft.com/office/2007/relationships/hdphoto" Target="../media/hdphoto14.wdp"/><Relationship Id="rId38" Type="http://schemas.openxmlformats.org/officeDocument/2006/relationships/image" Target="../media/image193.png"/><Relationship Id="rId46" Type="http://schemas.openxmlformats.org/officeDocument/2006/relationships/image" Target="../media/image197.png"/><Relationship Id="rId59" Type="http://schemas.openxmlformats.org/officeDocument/2006/relationships/image" Target="../media/image205.png"/><Relationship Id="rId67" Type="http://schemas.microsoft.com/office/2007/relationships/hdphoto" Target="../media/hdphoto28.wdp"/><Relationship Id="rId20" Type="http://schemas.openxmlformats.org/officeDocument/2006/relationships/image" Target="../media/image181.png"/><Relationship Id="rId41" Type="http://schemas.microsoft.com/office/2007/relationships/hdphoto" Target="../media/hdphoto17.wdp"/><Relationship Id="rId54" Type="http://schemas.openxmlformats.org/officeDocument/2006/relationships/image" Target="../media/image202.png"/><Relationship Id="rId62" Type="http://schemas.openxmlformats.org/officeDocument/2006/relationships/image" Target="../media/image2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3.png"/><Relationship Id="rId15" Type="http://schemas.microsoft.com/office/2007/relationships/hdphoto" Target="../media/hdphoto7.wdp"/><Relationship Id="rId23" Type="http://schemas.openxmlformats.org/officeDocument/2006/relationships/image" Target="../media/image184.png"/><Relationship Id="rId28" Type="http://schemas.openxmlformats.org/officeDocument/2006/relationships/image" Target="../media/image187.png"/><Relationship Id="rId36" Type="http://schemas.openxmlformats.org/officeDocument/2006/relationships/image" Target="../media/image192.png"/><Relationship Id="rId49" Type="http://schemas.microsoft.com/office/2007/relationships/hdphoto" Target="../media/hdphoto21.wdp"/><Relationship Id="rId57" Type="http://schemas.openxmlformats.org/officeDocument/2006/relationships/image" Target="../media/image204.png"/><Relationship Id="rId10" Type="http://schemas.openxmlformats.org/officeDocument/2006/relationships/image" Target="../media/image175.png"/><Relationship Id="rId31" Type="http://schemas.microsoft.com/office/2007/relationships/hdphoto" Target="../media/hdphoto13.wdp"/><Relationship Id="rId44" Type="http://schemas.openxmlformats.org/officeDocument/2006/relationships/image" Target="../media/image196.png"/><Relationship Id="rId52" Type="http://schemas.openxmlformats.org/officeDocument/2006/relationships/image" Target="../media/image201.png"/><Relationship Id="rId60" Type="http://schemas.openxmlformats.org/officeDocument/2006/relationships/image" Target="../media/image206.png"/><Relationship Id="rId65" Type="http://schemas.microsoft.com/office/2007/relationships/hdphoto" Target="../media/hdphoto27.wdp"/><Relationship Id="rId4" Type="http://schemas.openxmlformats.org/officeDocument/2006/relationships/image" Target="../media/image171.png"/><Relationship Id="rId9" Type="http://schemas.microsoft.com/office/2007/relationships/hdphoto" Target="../media/hdphoto5.wdp"/><Relationship Id="rId13" Type="http://schemas.openxmlformats.org/officeDocument/2006/relationships/image" Target="../media/image177.png"/><Relationship Id="rId18" Type="http://schemas.openxmlformats.org/officeDocument/2006/relationships/image" Target="../media/image180.png"/><Relationship Id="rId39" Type="http://schemas.microsoft.com/office/2007/relationships/hdphoto" Target="../media/hdphoto16.wdp"/></Relationships>
</file>

<file path=ppt/slides/_rels/slide9.xml.rels><?xml version="1.0" encoding="UTF-8" standalone="yes"?>
<Relationships xmlns="http://schemas.openxmlformats.org/package/2006/relationships"><Relationship Id="rId26" Type="http://schemas.microsoft.com/office/2007/relationships/hdphoto" Target="../media/hdphoto40.wdp"/><Relationship Id="rId21" Type="http://schemas.openxmlformats.org/officeDocument/2006/relationships/image" Target="../media/image221.png"/><Relationship Id="rId42" Type="http://schemas.openxmlformats.org/officeDocument/2006/relationships/image" Target="../media/image232.png"/><Relationship Id="rId47" Type="http://schemas.microsoft.com/office/2007/relationships/hdphoto" Target="../media/hdphoto50.wdp"/><Relationship Id="rId63" Type="http://schemas.openxmlformats.org/officeDocument/2006/relationships/image" Target="../media/image243.png"/><Relationship Id="rId68" Type="http://schemas.microsoft.com/office/2007/relationships/hdphoto" Target="../media/hdphoto60.wdp"/><Relationship Id="rId84" Type="http://schemas.microsoft.com/office/2007/relationships/hdphoto" Target="../media/hdphoto67.wdp"/><Relationship Id="rId89" Type="http://schemas.openxmlformats.org/officeDocument/2006/relationships/image" Target="../media/image258.svg"/><Relationship Id="rId16" Type="http://schemas.microsoft.com/office/2007/relationships/hdphoto" Target="../media/hdphoto35.wdp"/><Relationship Id="rId11" Type="http://schemas.microsoft.com/office/2007/relationships/hdphoto" Target="../media/hdphoto33.wdp"/><Relationship Id="rId32" Type="http://schemas.microsoft.com/office/2007/relationships/hdphoto" Target="../media/hdphoto43.wdp"/><Relationship Id="rId37" Type="http://schemas.openxmlformats.org/officeDocument/2006/relationships/image" Target="../media/image229.png"/><Relationship Id="rId53" Type="http://schemas.microsoft.com/office/2007/relationships/hdphoto" Target="../media/hdphoto53.wdp"/><Relationship Id="rId58" Type="http://schemas.openxmlformats.org/officeDocument/2006/relationships/image" Target="../media/image240.png"/><Relationship Id="rId74" Type="http://schemas.microsoft.com/office/2007/relationships/hdphoto" Target="../media/hdphoto63.wdp"/><Relationship Id="rId79" Type="http://schemas.openxmlformats.org/officeDocument/2006/relationships/image" Target="../media/image252.png"/><Relationship Id="rId5" Type="http://schemas.microsoft.com/office/2007/relationships/hdphoto" Target="../media/hdphoto30.wdp"/><Relationship Id="rId90" Type="http://schemas.openxmlformats.org/officeDocument/2006/relationships/image" Target="../media/image259.png"/><Relationship Id="rId14" Type="http://schemas.microsoft.com/office/2007/relationships/hdphoto" Target="../media/hdphoto34.wdp"/><Relationship Id="rId22" Type="http://schemas.microsoft.com/office/2007/relationships/hdphoto" Target="../media/hdphoto38.wdp"/><Relationship Id="rId27" Type="http://schemas.openxmlformats.org/officeDocument/2006/relationships/image" Target="../media/image224.png"/><Relationship Id="rId30" Type="http://schemas.microsoft.com/office/2007/relationships/hdphoto" Target="../media/hdphoto42.wdp"/><Relationship Id="rId35" Type="http://schemas.openxmlformats.org/officeDocument/2006/relationships/image" Target="../media/image228.png"/><Relationship Id="rId43" Type="http://schemas.microsoft.com/office/2007/relationships/hdphoto" Target="../media/hdphoto48.wdp"/><Relationship Id="rId48" Type="http://schemas.openxmlformats.org/officeDocument/2006/relationships/image" Target="../media/image235.png"/><Relationship Id="rId56" Type="http://schemas.openxmlformats.org/officeDocument/2006/relationships/image" Target="../media/image239.png"/><Relationship Id="rId64" Type="http://schemas.microsoft.com/office/2007/relationships/hdphoto" Target="../media/hdphoto58.wdp"/><Relationship Id="rId69" Type="http://schemas.openxmlformats.org/officeDocument/2006/relationships/image" Target="../media/image246.png"/><Relationship Id="rId77" Type="http://schemas.openxmlformats.org/officeDocument/2006/relationships/image" Target="../media/image250.png"/><Relationship Id="rId8" Type="http://schemas.openxmlformats.org/officeDocument/2006/relationships/image" Target="../media/image214.png"/><Relationship Id="rId51" Type="http://schemas.microsoft.com/office/2007/relationships/hdphoto" Target="../media/hdphoto52.wdp"/><Relationship Id="rId72" Type="http://schemas.microsoft.com/office/2007/relationships/hdphoto" Target="../media/hdphoto62.wdp"/><Relationship Id="rId80" Type="http://schemas.microsoft.com/office/2007/relationships/hdphoto" Target="../media/hdphoto65.wdp"/><Relationship Id="rId85" Type="http://schemas.openxmlformats.org/officeDocument/2006/relationships/image" Target="../media/image255.png"/><Relationship Id="rId3" Type="http://schemas.microsoft.com/office/2007/relationships/hdphoto" Target="../media/hdphoto29.wdp"/><Relationship Id="rId12" Type="http://schemas.openxmlformats.org/officeDocument/2006/relationships/image" Target="../media/image216.png"/><Relationship Id="rId17" Type="http://schemas.openxmlformats.org/officeDocument/2006/relationships/image" Target="../media/image219.png"/><Relationship Id="rId25" Type="http://schemas.openxmlformats.org/officeDocument/2006/relationships/image" Target="../media/image223.png"/><Relationship Id="rId33" Type="http://schemas.openxmlformats.org/officeDocument/2006/relationships/image" Target="../media/image227.png"/><Relationship Id="rId38" Type="http://schemas.openxmlformats.org/officeDocument/2006/relationships/image" Target="../media/image230.png"/><Relationship Id="rId46" Type="http://schemas.openxmlformats.org/officeDocument/2006/relationships/image" Target="../media/image234.png"/><Relationship Id="rId59" Type="http://schemas.microsoft.com/office/2007/relationships/hdphoto" Target="../media/hdphoto56.wdp"/><Relationship Id="rId67" Type="http://schemas.openxmlformats.org/officeDocument/2006/relationships/image" Target="../media/image245.png"/><Relationship Id="rId20" Type="http://schemas.microsoft.com/office/2007/relationships/hdphoto" Target="../media/hdphoto37.wdp"/><Relationship Id="rId41" Type="http://schemas.microsoft.com/office/2007/relationships/hdphoto" Target="../media/hdphoto47.wdp"/><Relationship Id="rId54" Type="http://schemas.openxmlformats.org/officeDocument/2006/relationships/image" Target="../media/image238.png"/><Relationship Id="rId62" Type="http://schemas.openxmlformats.org/officeDocument/2006/relationships/image" Target="../media/image242.png"/><Relationship Id="rId70" Type="http://schemas.microsoft.com/office/2007/relationships/hdphoto" Target="../media/hdphoto61.wdp"/><Relationship Id="rId75" Type="http://schemas.openxmlformats.org/officeDocument/2006/relationships/image" Target="../media/image249.png"/><Relationship Id="rId83" Type="http://schemas.openxmlformats.org/officeDocument/2006/relationships/image" Target="../media/image254.png"/><Relationship Id="rId88" Type="http://schemas.openxmlformats.org/officeDocument/2006/relationships/image" Target="../media/image257.png"/><Relationship Id="rId91" Type="http://schemas.microsoft.com/office/2007/relationships/hdphoto" Target="../media/hdphoto69.wd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3.png"/><Relationship Id="rId15" Type="http://schemas.openxmlformats.org/officeDocument/2006/relationships/image" Target="../media/image218.png"/><Relationship Id="rId23" Type="http://schemas.openxmlformats.org/officeDocument/2006/relationships/image" Target="../media/image222.png"/><Relationship Id="rId28" Type="http://schemas.microsoft.com/office/2007/relationships/hdphoto" Target="../media/hdphoto41.wdp"/><Relationship Id="rId36" Type="http://schemas.microsoft.com/office/2007/relationships/hdphoto" Target="../media/hdphoto45.wdp"/><Relationship Id="rId49" Type="http://schemas.microsoft.com/office/2007/relationships/hdphoto" Target="../media/hdphoto51.wdp"/><Relationship Id="rId57" Type="http://schemas.microsoft.com/office/2007/relationships/hdphoto" Target="../media/hdphoto55.wdp"/><Relationship Id="rId10" Type="http://schemas.openxmlformats.org/officeDocument/2006/relationships/image" Target="../media/image215.png"/><Relationship Id="rId31" Type="http://schemas.openxmlformats.org/officeDocument/2006/relationships/image" Target="../media/image226.png"/><Relationship Id="rId44" Type="http://schemas.openxmlformats.org/officeDocument/2006/relationships/image" Target="../media/image233.png"/><Relationship Id="rId52" Type="http://schemas.openxmlformats.org/officeDocument/2006/relationships/image" Target="../media/image237.png"/><Relationship Id="rId60" Type="http://schemas.openxmlformats.org/officeDocument/2006/relationships/image" Target="../media/image241.png"/><Relationship Id="rId65" Type="http://schemas.openxmlformats.org/officeDocument/2006/relationships/image" Target="../media/image244.png"/><Relationship Id="rId73" Type="http://schemas.openxmlformats.org/officeDocument/2006/relationships/image" Target="../media/image248.png"/><Relationship Id="rId78" Type="http://schemas.openxmlformats.org/officeDocument/2006/relationships/image" Target="../media/image251.svg"/><Relationship Id="rId81" Type="http://schemas.openxmlformats.org/officeDocument/2006/relationships/image" Target="../media/image253.png"/><Relationship Id="rId86" Type="http://schemas.openxmlformats.org/officeDocument/2006/relationships/image" Target="../media/image256.png"/><Relationship Id="rId4" Type="http://schemas.openxmlformats.org/officeDocument/2006/relationships/image" Target="../media/image212.png"/><Relationship Id="rId9" Type="http://schemas.microsoft.com/office/2007/relationships/hdphoto" Target="../media/hdphoto32.wdp"/><Relationship Id="rId13" Type="http://schemas.openxmlformats.org/officeDocument/2006/relationships/image" Target="../media/image217.png"/><Relationship Id="rId18" Type="http://schemas.microsoft.com/office/2007/relationships/hdphoto" Target="../media/hdphoto36.wdp"/><Relationship Id="rId39" Type="http://schemas.microsoft.com/office/2007/relationships/hdphoto" Target="../media/hdphoto46.wdp"/><Relationship Id="rId34" Type="http://schemas.microsoft.com/office/2007/relationships/hdphoto" Target="../media/hdphoto44.wdp"/><Relationship Id="rId50" Type="http://schemas.openxmlformats.org/officeDocument/2006/relationships/image" Target="../media/image236.png"/><Relationship Id="rId55" Type="http://schemas.microsoft.com/office/2007/relationships/hdphoto" Target="../media/hdphoto54.wdp"/><Relationship Id="rId76" Type="http://schemas.microsoft.com/office/2007/relationships/hdphoto" Target="../media/hdphoto64.wdp"/><Relationship Id="rId7" Type="http://schemas.microsoft.com/office/2007/relationships/hdphoto" Target="../media/hdphoto31.wdp"/><Relationship Id="rId71" Type="http://schemas.openxmlformats.org/officeDocument/2006/relationships/image" Target="../media/image247.png"/><Relationship Id="rId2" Type="http://schemas.openxmlformats.org/officeDocument/2006/relationships/image" Target="../media/image211.png"/><Relationship Id="rId29" Type="http://schemas.openxmlformats.org/officeDocument/2006/relationships/image" Target="../media/image225.png"/><Relationship Id="rId24" Type="http://schemas.microsoft.com/office/2007/relationships/hdphoto" Target="../media/hdphoto39.wdp"/><Relationship Id="rId40" Type="http://schemas.openxmlformats.org/officeDocument/2006/relationships/image" Target="../media/image231.png"/><Relationship Id="rId45" Type="http://schemas.microsoft.com/office/2007/relationships/hdphoto" Target="../media/hdphoto49.wdp"/><Relationship Id="rId66" Type="http://schemas.microsoft.com/office/2007/relationships/hdphoto" Target="../media/hdphoto59.wdp"/><Relationship Id="rId87" Type="http://schemas.microsoft.com/office/2007/relationships/hdphoto" Target="../media/hdphoto68.wdp"/><Relationship Id="rId61" Type="http://schemas.microsoft.com/office/2007/relationships/hdphoto" Target="../media/hdphoto57.wdp"/><Relationship Id="rId82" Type="http://schemas.microsoft.com/office/2007/relationships/hdphoto" Target="../media/hdphoto66.wdp"/><Relationship Id="rId19" Type="http://schemas.openxmlformats.org/officeDocument/2006/relationships/image" Target="../media/image220.png"/></Relationships>
</file>

<file path=ppt/slides/_rels/slide10.xml.rels><?xml version="1.0" encoding="UTF-8" standalone="yes"?>
<Relationships xmlns="http://schemas.openxmlformats.org/package/2006/relationships"><Relationship Id="rId26" Type="http://schemas.microsoft.com/office/2007/relationships/hdphoto" Target="../media/hdphoto80.wdp"/><Relationship Id="rId21" Type="http://schemas.openxmlformats.org/officeDocument/2006/relationships/image" Target="../media/image269.png"/><Relationship Id="rId42" Type="http://schemas.microsoft.com/office/2007/relationships/hdphoto" Target="../media/hdphoto86.wdp"/><Relationship Id="rId47" Type="http://schemas.openxmlformats.org/officeDocument/2006/relationships/image" Target="../media/image285.png"/><Relationship Id="rId63" Type="http://schemas.openxmlformats.org/officeDocument/2006/relationships/image" Target="../media/image295.png"/><Relationship Id="rId68" Type="http://schemas.microsoft.com/office/2007/relationships/hdphoto" Target="../media/hdphoto96.wdp"/><Relationship Id="rId84" Type="http://schemas.microsoft.com/office/2007/relationships/hdphoto" Target="../media/hdphoto103.wdp"/><Relationship Id="rId89" Type="http://schemas.openxmlformats.org/officeDocument/2006/relationships/image" Target="../media/image308.png"/><Relationship Id="rId16" Type="http://schemas.microsoft.com/office/2007/relationships/hdphoto" Target="../media/hdphoto76.wdp"/><Relationship Id="rId11" Type="http://schemas.openxmlformats.org/officeDocument/2006/relationships/image" Target="../media/image264.png"/><Relationship Id="rId32" Type="http://schemas.microsoft.com/office/2007/relationships/hdphoto" Target="../media/hdphoto81.wdp"/><Relationship Id="rId37" Type="http://schemas.openxmlformats.org/officeDocument/2006/relationships/image" Target="../media/image280.png"/><Relationship Id="rId53" Type="http://schemas.openxmlformats.org/officeDocument/2006/relationships/image" Target="../media/image289.png"/><Relationship Id="rId58" Type="http://schemas.microsoft.com/office/2007/relationships/hdphoto" Target="../media/hdphoto92.wdp"/><Relationship Id="rId74" Type="http://schemas.microsoft.com/office/2007/relationships/hdphoto" Target="../media/hdphoto98.wdp"/><Relationship Id="rId79" Type="http://schemas.openxmlformats.org/officeDocument/2006/relationships/image" Target="../media/image303.png"/><Relationship Id="rId5" Type="http://schemas.openxmlformats.org/officeDocument/2006/relationships/image" Target="../media/image261.png"/><Relationship Id="rId90" Type="http://schemas.microsoft.com/office/2007/relationships/hdphoto" Target="../media/hdphoto106.wdp"/><Relationship Id="rId95" Type="http://schemas.openxmlformats.org/officeDocument/2006/relationships/image" Target="../media/image311.png"/><Relationship Id="rId22" Type="http://schemas.openxmlformats.org/officeDocument/2006/relationships/image" Target="../media/image270.svg"/><Relationship Id="rId27" Type="http://schemas.openxmlformats.org/officeDocument/2006/relationships/image" Target="../media/image273.png"/><Relationship Id="rId43" Type="http://schemas.openxmlformats.org/officeDocument/2006/relationships/image" Target="../media/image283.png"/><Relationship Id="rId48" Type="http://schemas.microsoft.com/office/2007/relationships/hdphoto" Target="../media/hdphoto89.wdp"/><Relationship Id="rId64" Type="http://schemas.openxmlformats.org/officeDocument/2006/relationships/image" Target="../media/image296.png"/><Relationship Id="rId69" Type="http://schemas.openxmlformats.org/officeDocument/2006/relationships/image" Target="../media/image226.png"/><Relationship Id="rId8" Type="http://schemas.microsoft.com/office/2007/relationships/hdphoto" Target="../media/hdphoto72.wdp"/><Relationship Id="rId51" Type="http://schemas.openxmlformats.org/officeDocument/2006/relationships/image" Target="../media/image288.png"/><Relationship Id="rId72" Type="http://schemas.microsoft.com/office/2007/relationships/hdphoto" Target="../media/hdphoto97.wdp"/><Relationship Id="rId80" Type="http://schemas.microsoft.com/office/2007/relationships/hdphoto" Target="../media/hdphoto101.wdp"/><Relationship Id="rId85" Type="http://schemas.openxmlformats.org/officeDocument/2006/relationships/image" Target="../media/image306.png"/><Relationship Id="rId93" Type="http://schemas.openxmlformats.org/officeDocument/2006/relationships/image" Target="../media/image310.png"/><Relationship Id="rId3" Type="http://schemas.openxmlformats.org/officeDocument/2006/relationships/image" Target="../media/image260.png"/><Relationship Id="rId12" Type="http://schemas.microsoft.com/office/2007/relationships/hdphoto" Target="../media/hdphoto74.wdp"/><Relationship Id="rId17" Type="http://schemas.openxmlformats.org/officeDocument/2006/relationships/image" Target="../media/image267.png"/><Relationship Id="rId25" Type="http://schemas.openxmlformats.org/officeDocument/2006/relationships/image" Target="../media/image272.png"/><Relationship Id="rId33" Type="http://schemas.openxmlformats.org/officeDocument/2006/relationships/image" Target="../media/image278.png"/><Relationship Id="rId38" Type="http://schemas.microsoft.com/office/2007/relationships/hdphoto" Target="../media/hdphoto84.wdp"/><Relationship Id="rId46" Type="http://schemas.microsoft.com/office/2007/relationships/hdphoto" Target="../media/hdphoto88.wdp"/><Relationship Id="rId59" Type="http://schemas.openxmlformats.org/officeDocument/2006/relationships/image" Target="../media/image293.png"/><Relationship Id="rId67" Type="http://schemas.openxmlformats.org/officeDocument/2006/relationships/image" Target="../media/image298.png"/><Relationship Id="rId20" Type="http://schemas.microsoft.com/office/2007/relationships/hdphoto" Target="../media/hdphoto78.wdp"/><Relationship Id="rId41" Type="http://schemas.openxmlformats.org/officeDocument/2006/relationships/image" Target="../media/image282.png"/><Relationship Id="rId54" Type="http://schemas.microsoft.com/office/2007/relationships/hdphoto" Target="../media/hdphoto91.wdp"/><Relationship Id="rId62" Type="http://schemas.microsoft.com/office/2007/relationships/hdphoto" Target="../media/hdphoto94.wdp"/><Relationship Id="rId70" Type="http://schemas.microsoft.com/office/2007/relationships/hdphoto" Target="../media/hdphoto43.wdp"/><Relationship Id="rId75" Type="http://schemas.openxmlformats.org/officeDocument/2006/relationships/image" Target="../media/image301.png"/><Relationship Id="rId83" Type="http://schemas.openxmlformats.org/officeDocument/2006/relationships/image" Target="../media/image305.png"/><Relationship Id="rId88" Type="http://schemas.microsoft.com/office/2007/relationships/hdphoto" Target="../media/hdphoto105.wdp"/><Relationship Id="rId91" Type="http://schemas.openxmlformats.org/officeDocument/2006/relationships/image" Target="../media/image309.png"/><Relationship Id="rId96" Type="http://schemas.microsoft.com/office/2007/relationships/hdphoto" Target="../media/hdphoto109.wdp"/><Relationship Id="rId1" Type="http://schemas.openxmlformats.org/officeDocument/2006/relationships/slideLayout" Target="../slideLayouts/slideLayout7.xml"/><Relationship Id="rId6" Type="http://schemas.microsoft.com/office/2007/relationships/hdphoto" Target="../media/hdphoto71.wdp"/><Relationship Id="rId15" Type="http://schemas.openxmlformats.org/officeDocument/2006/relationships/image" Target="../media/image266.png"/><Relationship Id="rId23" Type="http://schemas.openxmlformats.org/officeDocument/2006/relationships/image" Target="../media/image271.png"/><Relationship Id="rId28" Type="http://schemas.openxmlformats.org/officeDocument/2006/relationships/image" Target="../media/image274.svg"/><Relationship Id="rId36" Type="http://schemas.microsoft.com/office/2007/relationships/hdphoto" Target="../media/hdphoto83.wdp"/><Relationship Id="rId49" Type="http://schemas.openxmlformats.org/officeDocument/2006/relationships/image" Target="../media/image286.png"/><Relationship Id="rId57" Type="http://schemas.openxmlformats.org/officeDocument/2006/relationships/image" Target="../media/image292.png"/><Relationship Id="rId10" Type="http://schemas.microsoft.com/office/2007/relationships/hdphoto" Target="../media/hdphoto73.wdp"/><Relationship Id="rId31" Type="http://schemas.openxmlformats.org/officeDocument/2006/relationships/image" Target="../media/image277.png"/><Relationship Id="rId44" Type="http://schemas.microsoft.com/office/2007/relationships/hdphoto" Target="../media/hdphoto87.wdp"/><Relationship Id="rId52" Type="http://schemas.microsoft.com/office/2007/relationships/hdphoto" Target="../media/hdphoto90.wdp"/><Relationship Id="rId60" Type="http://schemas.microsoft.com/office/2007/relationships/hdphoto" Target="../media/hdphoto93.wdp"/><Relationship Id="rId65" Type="http://schemas.microsoft.com/office/2007/relationships/hdphoto" Target="../media/hdphoto95.wdp"/><Relationship Id="rId73" Type="http://schemas.openxmlformats.org/officeDocument/2006/relationships/image" Target="../media/image300.png"/><Relationship Id="rId78" Type="http://schemas.microsoft.com/office/2007/relationships/hdphoto" Target="../media/hdphoto100.wdp"/><Relationship Id="rId81" Type="http://schemas.openxmlformats.org/officeDocument/2006/relationships/image" Target="../media/image304.png"/><Relationship Id="rId86" Type="http://schemas.microsoft.com/office/2007/relationships/hdphoto" Target="../media/hdphoto104.wdp"/><Relationship Id="rId94" Type="http://schemas.microsoft.com/office/2007/relationships/hdphoto" Target="../media/hdphoto108.wdp"/><Relationship Id="rId4" Type="http://schemas.microsoft.com/office/2007/relationships/hdphoto" Target="../media/hdphoto70.wdp"/><Relationship Id="rId9" Type="http://schemas.openxmlformats.org/officeDocument/2006/relationships/image" Target="../media/image263.png"/><Relationship Id="rId13" Type="http://schemas.openxmlformats.org/officeDocument/2006/relationships/image" Target="../media/image265.png"/><Relationship Id="rId18" Type="http://schemas.microsoft.com/office/2007/relationships/hdphoto" Target="../media/hdphoto77.wdp"/><Relationship Id="rId39" Type="http://schemas.openxmlformats.org/officeDocument/2006/relationships/image" Target="../media/image281.png"/><Relationship Id="rId34" Type="http://schemas.microsoft.com/office/2007/relationships/hdphoto" Target="../media/hdphoto82.wdp"/><Relationship Id="rId50" Type="http://schemas.openxmlformats.org/officeDocument/2006/relationships/image" Target="../media/image287.svg"/><Relationship Id="rId55" Type="http://schemas.openxmlformats.org/officeDocument/2006/relationships/image" Target="../media/image290.png"/><Relationship Id="rId76" Type="http://schemas.microsoft.com/office/2007/relationships/hdphoto" Target="../media/hdphoto99.wdp"/><Relationship Id="rId7" Type="http://schemas.openxmlformats.org/officeDocument/2006/relationships/image" Target="../media/image262.png"/><Relationship Id="rId71" Type="http://schemas.openxmlformats.org/officeDocument/2006/relationships/image" Target="../media/image299.png"/><Relationship Id="rId92" Type="http://schemas.microsoft.com/office/2007/relationships/hdphoto" Target="../media/hdphoto107.wdp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75.png"/><Relationship Id="rId24" Type="http://schemas.microsoft.com/office/2007/relationships/hdphoto" Target="../media/hdphoto79.wdp"/><Relationship Id="rId40" Type="http://schemas.microsoft.com/office/2007/relationships/hdphoto" Target="../media/hdphoto85.wdp"/><Relationship Id="rId45" Type="http://schemas.openxmlformats.org/officeDocument/2006/relationships/image" Target="../media/image284.png"/><Relationship Id="rId66" Type="http://schemas.openxmlformats.org/officeDocument/2006/relationships/image" Target="../media/image297.png"/><Relationship Id="rId87" Type="http://schemas.openxmlformats.org/officeDocument/2006/relationships/image" Target="../media/image307.png"/><Relationship Id="rId61" Type="http://schemas.openxmlformats.org/officeDocument/2006/relationships/image" Target="../media/image294.png"/><Relationship Id="rId82" Type="http://schemas.microsoft.com/office/2007/relationships/hdphoto" Target="../media/hdphoto102.wdp"/><Relationship Id="rId19" Type="http://schemas.openxmlformats.org/officeDocument/2006/relationships/image" Target="../media/image268.png"/><Relationship Id="rId14" Type="http://schemas.microsoft.com/office/2007/relationships/hdphoto" Target="../media/hdphoto75.wdp"/><Relationship Id="rId30" Type="http://schemas.openxmlformats.org/officeDocument/2006/relationships/image" Target="../media/image276.svg"/><Relationship Id="rId35" Type="http://schemas.openxmlformats.org/officeDocument/2006/relationships/image" Target="../media/image279.png"/><Relationship Id="rId56" Type="http://schemas.openxmlformats.org/officeDocument/2006/relationships/image" Target="../media/image291.svg"/><Relationship Id="rId77" Type="http://schemas.openxmlformats.org/officeDocument/2006/relationships/image" Target="../media/image30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Marcador de posición de imagen 18" descr="Digital numbers and graphs">
            <a:extLst>
              <a:ext uri="{FF2B5EF4-FFF2-40B4-BE49-F238E27FC236}">
                <a16:creationId xmlns:a16="http://schemas.microsoft.com/office/drawing/2014/main" id="{691B801F-EE8F-6C51-A710-2C68618784F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667" r="16667"/>
          <a:stretch/>
        </p:blipFill>
        <p:spPr>
          <a:xfrm>
            <a:off x="3697401" y="1999051"/>
            <a:ext cx="2068399" cy="2068399"/>
          </a:xfrm>
        </p:spPr>
      </p:pic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535F10D8-9A93-A6A6-211C-DEFAD661C5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3057" y="4489998"/>
            <a:ext cx="5805488" cy="1453601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en-US" sz="4000" dirty="0"/>
              <a:t>Digital and Cognitive Transformation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54B95311-95F6-51AB-9EEA-A25571ACF91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5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42100" y="319135"/>
            <a:ext cx="2940958" cy="2940958"/>
          </a:xfrm>
        </p:spPr>
      </p:pic>
    </p:spTree>
    <p:extLst>
      <p:ext uri="{BB962C8B-B14F-4D97-AF65-F5344CB8AC3E}">
        <p14:creationId xmlns:p14="http://schemas.microsoft.com/office/powerpoint/2010/main" val="356113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raphic 52">
            <a:extLst>
              <a:ext uri="{FF2B5EF4-FFF2-40B4-BE49-F238E27FC236}">
                <a16:creationId xmlns:a16="http://schemas.microsoft.com/office/drawing/2014/main" id="{BAA0A627-81B6-E0B2-49C1-BCCA63502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514" y="560337"/>
            <a:ext cx="11158541" cy="4783549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C43A14-3313-8894-CE89-94D7B7EB97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8367" y="453946"/>
            <a:ext cx="4427318" cy="886051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We make things </a:t>
            </a:r>
            <a:r>
              <a:rPr lang="en-US" dirty="0">
                <a:solidFill>
                  <a:schemeClr val="accent3"/>
                </a:solidFill>
              </a:rPr>
              <a:t>easier</a:t>
            </a:r>
            <a:r>
              <a:rPr lang="en-US" dirty="0">
                <a:solidFill>
                  <a:schemeClr val="tx2"/>
                </a:solidFill>
              </a:rPr>
              <a:t> with </a:t>
            </a:r>
            <a:r>
              <a:rPr lang="en-US" dirty="0">
                <a:solidFill>
                  <a:schemeClr val="accent2"/>
                </a:solidFill>
              </a:rPr>
              <a:t>technology</a:t>
            </a:r>
            <a:r>
              <a:rPr lang="en-US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9" name="Elipse 11">
            <a:extLst>
              <a:ext uri="{FF2B5EF4-FFF2-40B4-BE49-F238E27FC236}">
                <a16:creationId xmlns:a16="http://schemas.microsoft.com/office/drawing/2014/main" id="{292709A0-CF1B-DCE5-C80A-841B2CFD9747}"/>
              </a:ext>
            </a:extLst>
          </p:cNvPr>
          <p:cNvSpPr/>
          <p:nvPr/>
        </p:nvSpPr>
        <p:spPr>
          <a:xfrm>
            <a:off x="518728" y="4743558"/>
            <a:ext cx="671857" cy="671857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4008" rIns="0" rtlCol="0" anchor="ctr"/>
          <a:lstStyle/>
          <a:p>
            <a:pPr algn="ctr"/>
            <a:r>
              <a:rPr lang="en-US" sz="16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2011</a:t>
            </a:r>
          </a:p>
        </p:txBody>
      </p:sp>
      <p:sp>
        <p:nvSpPr>
          <p:cNvPr id="20" name="Elipse 11">
            <a:extLst>
              <a:ext uri="{FF2B5EF4-FFF2-40B4-BE49-F238E27FC236}">
                <a16:creationId xmlns:a16="http://schemas.microsoft.com/office/drawing/2014/main" id="{DFF4D9B0-F73D-E791-6FB2-57E5610A5641}"/>
              </a:ext>
            </a:extLst>
          </p:cNvPr>
          <p:cNvSpPr/>
          <p:nvPr/>
        </p:nvSpPr>
        <p:spPr>
          <a:xfrm>
            <a:off x="1362405" y="4823075"/>
            <a:ext cx="694944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4008" rIns="0" rtlCol="0" anchor="ctr"/>
          <a:lstStyle/>
          <a:p>
            <a:pPr algn="ctr"/>
            <a:r>
              <a:rPr lang="en-US" sz="16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2012</a:t>
            </a:r>
          </a:p>
        </p:txBody>
      </p:sp>
      <p:sp>
        <p:nvSpPr>
          <p:cNvPr id="23" name="Elipse 11">
            <a:extLst>
              <a:ext uri="{FF2B5EF4-FFF2-40B4-BE49-F238E27FC236}">
                <a16:creationId xmlns:a16="http://schemas.microsoft.com/office/drawing/2014/main" id="{05D9D2BA-0D08-9C38-F700-820A2F408545}"/>
              </a:ext>
            </a:extLst>
          </p:cNvPr>
          <p:cNvSpPr/>
          <p:nvPr/>
        </p:nvSpPr>
        <p:spPr>
          <a:xfrm>
            <a:off x="2247318" y="4859597"/>
            <a:ext cx="713232" cy="713232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4008" rIns="0" rtlCol="0" anchor="ctr"/>
          <a:lstStyle/>
          <a:p>
            <a:pPr algn="ctr"/>
            <a:r>
              <a:rPr lang="en-US" sz="16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2013</a:t>
            </a:r>
          </a:p>
        </p:txBody>
      </p:sp>
      <p:sp>
        <p:nvSpPr>
          <p:cNvPr id="24" name="Elipse 11">
            <a:extLst>
              <a:ext uri="{FF2B5EF4-FFF2-40B4-BE49-F238E27FC236}">
                <a16:creationId xmlns:a16="http://schemas.microsoft.com/office/drawing/2014/main" id="{1CF9F805-9021-BEE0-4136-8AED318170C7}"/>
              </a:ext>
            </a:extLst>
          </p:cNvPr>
          <p:cNvSpPr/>
          <p:nvPr/>
        </p:nvSpPr>
        <p:spPr>
          <a:xfrm>
            <a:off x="3134905" y="4852818"/>
            <a:ext cx="731520" cy="731520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4008" rIns="0" rtlCol="0" anchor="ctr"/>
          <a:lstStyle/>
          <a:p>
            <a:pPr algn="ctr"/>
            <a:r>
              <a:rPr lang="en-US" sz="16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2014</a:t>
            </a:r>
          </a:p>
        </p:txBody>
      </p:sp>
      <p:sp>
        <p:nvSpPr>
          <p:cNvPr id="25" name="Elipse 11">
            <a:extLst>
              <a:ext uri="{FF2B5EF4-FFF2-40B4-BE49-F238E27FC236}">
                <a16:creationId xmlns:a16="http://schemas.microsoft.com/office/drawing/2014/main" id="{7EBDF331-0CB5-4A5F-E5A5-FAB1856336BD}"/>
              </a:ext>
            </a:extLst>
          </p:cNvPr>
          <p:cNvSpPr/>
          <p:nvPr/>
        </p:nvSpPr>
        <p:spPr>
          <a:xfrm>
            <a:off x="4058928" y="4818259"/>
            <a:ext cx="749808" cy="749808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4008" rIns="0" rtlCol="0" anchor="ctr"/>
          <a:lstStyle/>
          <a:p>
            <a:pPr algn="ctr"/>
            <a:r>
              <a:rPr lang="en-US" sz="16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2015</a:t>
            </a:r>
          </a:p>
        </p:txBody>
      </p:sp>
      <p:sp>
        <p:nvSpPr>
          <p:cNvPr id="26" name="Elipse 11">
            <a:extLst>
              <a:ext uri="{FF2B5EF4-FFF2-40B4-BE49-F238E27FC236}">
                <a16:creationId xmlns:a16="http://schemas.microsoft.com/office/drawing/2014/main" id="{093A63F0-D6E3-4B23-419C-EEAC6CAF0467}"/>
              </a:ext>
            </a:extLst>
          </p:cNvPr>
          <p:cNvSpPr/>
          <p:nvPr/>
        </p:nvSpPr>
        <p:spPr>
          <a:xfrm>
            <a:off x="5013659" y="4721407"/>
            <a:ext cx="768096" cy="768096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4008" rIns="0" rtlCol="0" anchor="ctr"/>
          <a:lstStyle/>
          <a:p>
            <a:pPr algn="ctr"/>
            <a:r>
              <a:rPr lang="en-US" sz="16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2016</a:t>
            </a:r>
          </a:p>
        </p:txBody>
      </p:sp>
      <p:sp>
        <p:nvSpPr>
          <p:cNvPr id="27" name="Elipse 11">
            <a:extLst>
              <a:ext uri="{FF2B5EF4-FFF2-40B4-BE49-F238E27FC236}">
                <a16:creationId xmlns:a16="http://schemas.microsoft.com/office/drawing/2014/main" id="{4839FBEF-EB8D-38D4-06CC-42FE81259705}"/>
              </a:ext>
            </a:extLst>
          </p:cNvPr>
          <p:cNvSpPr/>
          <p:nvPr/>
        </p:nvSpPr>
        <p:spPr>
          <a:xfrm>
            <a:off x="5993966" y="4535029"/>
            <a:ext cx="786384" cy="786384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4008" rIns="0" rtlCol="0" anchor="ctr"/>
          <a:lstStyle/>
          <a:p>
            <a:pPr algn="ctr"/>
            <a:r>
              <a:rPr lang="en-US" sz="16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2017</a:t>
            </a:r>
          </a:p>
        </p:txBody>
      </p:sp>
      <p:sp>
        <p:nvSpPr>
          <p:cNvPr id="28" name="Elipse 11">
            <a:extLst>
              <a:ext uri="{FF2B5EF4-FFF2-40B4-BE49-F238E27FC236}">
                <a16:creationId xmlns:a16="http://schemas.microsoft.com/office/drawing/2014/main" id="{7E25874E-8D45-F132-69EA-7424F70449D6}"/>
              </a:ext>
            </a:extLst>
          </p:cNvPr>
          <p:cNvSpPr/>
          <p:nvPr/>
        </p:nvSpPr>
        <p:spPr>
          <a:xfrm>
            <a:off x="6939313" y="4257303"/>
            <a:ext cx="804672" cy="804672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4008" rIns="0" rtlCol="0" anchor="ctr"/>
          <a:lstStyle/>
          <a:p>
            <a:pPr algn="ctr"/>
            <a:r>
              <a:rPr lang="en-US" sz="16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2018</a:t>
            </a:r>
          </a:p>
        </p:txBody>
      </p:sp>
      <p:sp>
        <p:nvSpPr>
          <p:cNvPr id="29" name="Elipse 11">
            <a:extLst>
              <a:ext uri="{FF2B5EF4-FFF2-40B4-BE49-F238E27FC236}">
                <a16:creationId xmlns:a16="http://schemas.microsoft.com/office/drawing/2014/main" id="{991A2001-91F2-C528-A07F-173D9C084150}"/>
              </a:ext>
            </a:extLst>
          </p:cNvPr>
          <p:cNvSpPr/>
          <p:nvPr/>
        </p:nvSpPr>
        <p:spPr>
          <a:xfrm>
            <a:off x="7860884" y="3850966"/>
            <a:ext cx="822960" cy="822960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4008" rIns="0" rtlCol="0" anchor="ctr"/>
          <a:lstStyle/>
          <a:p>
            <a:pPr algn="ctr"/>
            <a:r>
              <a:rPr lang="en-US" sz="16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2019</a:t>
            </a:r>
          </a:p>
        </p:txBody>
      </p:sp>
      <p:sp>
        <p:nvSpPr>
          <p:cNvPr id="30" name="Elipse 11">
            <a:extLst>
              <a:ext uri="{FF2B5EF4-FFF2-40B4-BE49-F238E27FC236}">
                <a16:creationId xmlns:a16="http://schemas.microsoft.com/office/drawing/2014/main" id="{8B967155-2749-0B38-741F-33B405202F0B}"/>
              </a:ext>
            </a:extLst>
          </p:cNvPr>
          <p:cNvSpPr/>
          <p:nvPr/>
        </p:nvSpPr>
        <p:spPr>
          <a:xfrm>
            <a:off x="8734106" y="3350206"/>
            <a:ext cx="841248" cy="841248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4008" rIns="0" rtlCol="0" anchor="ctr"/>
          <a:lstStyle/>
          <a:p>
            <a:pPr algn="ctr"/>
            <a:r>
              <a:rPr lang="en-US" sz="16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2020</a:t>
            </a:r>
          </a:p>
        </p:txBody>
      </p:sp>
      <p:sp>
        <p:nvSpPr>
          <p:cNvPr id="31" name="Elipse 11">
            <a:extLst>
              <a:ext uri="{FF2B5EF4-FFF2-40B4-BE49-F238E27FC236}">
                <a16:creationId xmlns:a16="http://schemas.microsoft.com/office/drawing/2014/main" id="{45BFEAE6-A1A2-42F8-28F9-0B648DB0F4C9}"/>
              </a:ext>
            </a:extLst>
          </p:cNvPr>
          <p:cNvSpPr/>
          <p:nvPr/>
        </p:nvSpPr>
        <p:spPr>
          <a:xfrm>
            <a:off x="9559600" y="2701851"/>
            <a:ext cx="859536" cy="859536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4008" rIns="0" rtlCol="0" anchor="ctr"/>
          <a:lstStyle/>
          <a:p>
            <a:pPr algn="ctr"/>
            <a:r>
              <a:rPr lang="en-US" sz="16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2021</a:t>
            </a:r>
          </a:p>
        </p:txBody>
      </p:sp>
      <p:sp>
        <p:nvSpPr>
          <p:cNvPr id="34" name="Elipse 11">
            <a:extLst>
              <a:ext uri="{FF2B5EF4-FFF2-40B4-BE49-F238E27FC236}">
                <a16:creationId xmlns:a16="http://schemas.microsoft.com/office/drawing/2014/main" id="{489331C5-AC65-A751-2828-0F9935452876}"/>
              </a:ext>
            </a:extLst>
          </p:cNvPr>
          <p:cNvSpPr/>
          <p:nvPr/>
        </p:nvSpPr>
        <p:spPr>
          <a:xfrm>
            <a:off x="10234607" y="1862802"/>
            <a:ext cx="877824" cy="877824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4008" rIns="0" rtlCol="0" anchor="ctr"/>
          <a:lstStyle/>
          <a:p>
            <a:pPr algn="ctr"/>
            <a:r>
              <a:rPr lang="en-US" sz="16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2022</a:t>
            </a:r>
          </a:p>
        </p:txBody>
      </p:sp>
      <p:sp>
        <p:nvSpPr>
          <p:cNvPr id="37" name="Elipse 11">
            <a:extLst>
              <a:ext uri="{FF2B5EF4-FFF2-40B4-BE49-F238E27FC236}">
                <a16:creationId xmlns:a16="http://schemas.microsoft.com/office/drawing/2014/main" id="{E983D4F0-2F94-5305-1604-2B2C96D271D7}"/>
              </a:ext>
            </a:extLst>
          </p:cNvPr>
          <p:cNvSpPr/>
          <p:nvPr/>
        </p:nvSpPr>
        <p:spPr>
          <a:xfrm>
            <a:off x="10736198" y="947640"/>
            <a:ext cx="896112" cy="896112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4008" rIns="0" rtlCol="0" anchor="ctr"/>
          <a:lstStyle/>
          <a:p>
            <a:pPr algn="ctr"/>
            <a:r>
              <a:rPr lang="en-US" sz="16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2023</a:t>
            </a:r>
          </a:p>
        </p:txBody>
      </p:sp>
      <p:pic>
        <p:nvPicPr>
          <p:cNvPr id="45" name="Picture 44" descr="A blue and black logo&#10;&#10;AI-generated content may be incorrect.">
            <a:extLst>
              <a:ext uri="{FF2B5EF4-FFF2-40B4-BE49-F238E27FC236}">
                <a16:creationId xmlns:a16="http://schemas.microsoft.com/office/drawing/2014/main" id="{6CBE0D50-F9C7-96F0-8E1C-56736E1997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4449" y="4248157"/>
            <a:ext cx="812864" cy="313290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DC2970BA-8921-257E-1ADA-C2537C2BB759}"/>
              </a:ext>
            </a:extLst>
          </p:cNvPr>
          <p:cNvGrpSpPr/>
          <p:nvPr/>
        </p:nvGrpSpPr>
        <p:grpSpPr>
          <a:xfrm>
            <a:off x="7857169" y="3263852"/>
            <a:ext cx="802862" cy="311442"/>
            <a:chOff x="4802307" y="1716793"/>
            <a:chExt cx="2709111" cy="1057143"/>
          </a:xfrm>
        </p:grpSpPr>
        <p:pic>
          <p:nvPicPr>
            <p:cNvPr id="48" name="Picture 47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3385804B-37A1-7F32-45BF-5E0C9B42E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17411"/>
            <a:stretch>
              <a:fillRect/>
            </a:stretch>
          </p:blipFill>
          <p:spPr>
            <a:xfrm>
              <a:off x="4802307" y="1716793"/>
              <a:ext cx="2265295" cy="1057143"/>
            </a:xfrm>
            <a:prstGeom prst="rect">
              <a:avLst/>
            </a:prstGeom>
          </p:spPr>
        </p:pic>
        <p:pic>
          <p:nvPicPr>
            <p:cNvPr id="47" name="Picture 46" descr="A blue circle with black text&#10;&#10;AI-generated content may be incorrect.">
              <a:extLst>
                <a:ext uri="{FF2B5EF4-FFF2-40B4-BE49-F238E27FC236}">
                  <a16:creationId xmlns:a16="http://schemas.microsoft.com/office/drawing/2014/main" id="{4473BB31-EB21-790C-701B-20D7E35EA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83262" t="78224"/>
            <a:stretch>
              <a:fillRect/>
            </a:stretch>
          </p:blipFill>
          <p:spPr>
            <a:xfrm>
              <a:off x="7067602" y="2396488"/>
              <a:ext cx="443816" cy="325282"/>
            </a:xfrm>
            <a:prstGeom prst="rect">
              <a:avLst/>
            </a:prstGeom>
          </p:spPr>
        </p:pic>
      </p:grpSp>
      <p:pic>
        <p:nvPicPr>
          <p:cNvPr id="2054" name="Picture 6" descr="ITmark">
            <a:extLst>
              <a:ext uri="{FF2B5EF4-FFF2-40B4-BE49-F238E27FC236}">
                <a16:creationId xmlns:a16="http://schemas.microsoft.com/office/drawing/2014/main" id="{50CED71F-5388-7A81-AB9F-28B94B0C2C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022" t="27478" r="25344" b="16072"/>
          <a:stretch>
            <a:fillRect/>
          </a:stretch>
        </p:blipFill>
        <p:spPr bwMode="auto">
          <a:xfrm>
            <a:off x="9755038" y="2025899"/>
            <a:ext cx="310830" cy="381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7B917C5A-DF8B-7AF2-4762-A18EF2BD4A0F}"/>
              </a:ext>
            </a:extLst>
          </p:cNvPr>
          <p:cNvGrpSpPr/>
          <p:nvPr/>
        </p:nvGrpSpPr>
        <p:grpSpPr>
          <a:xfrm>
            <a:off x="8777746" y="4441735"/>
            <a:ext cx="773019" cy="590644"/>
            <a:chOff x="8779465" y="4509023"/>
            <a:chExt cx="773019" cy="590644"/>
          </a:xfrm>
        </p:grpSpPr>
        <p:pic>
          <p:nvPicPr>
            <p:cNvPr id="2056" name="Picture 8" descr="Ship Chandler | Ship Supply Colombia">
              <a:extLst>
                <a:ext uri="{FF2B5EF4-FFF2-40B4-BE49-F238E27FC236}">
                  <a16:creationId xmlns:a16="http://schemas.microsoft.com/office/drawing/2014/main" id="{7DD6026E-5702-3777-8E1C-769A43964F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0921" t="1406" r="10357" b="42862"/>
            <a:stretch>
              <a:fillRect/>
            </a:stretch>
          </p:blipFill>
          <p:spPr bwMode="auto">
            <a:xfrm>
              <a:off x="8798363" y="4509023"/>
              <a:ext cx="337471" cy="4992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 descr="ISO/IEC 27001:2022">
              <a:extLst>
                <a:ext uri="{FF2B5EF4-FFF2-40B4-BE49-F238E27FC236}">
                  <a16:creationId xmlns:a16="http://schemas.microsoft.com/office/drawing/2014/main" id="{BE0C4F76-8DC8-DF3C-2338-170A7C8FB2B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colorTemperature colorTemp="58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l="1650" t="1516" r="963" b="848"/>
            <a:stretch>
              <a:fillRect/>
            </a:stretch>
          </p:blipFill>
          <p:spPr bwMode="auto">
            <a:xfrm>
              <a:off x="9196115" y="4509024"/>
              <a:ext cx="337470" cy="499263"/>
            </a:xfrm>
            <a:prstGeom prst="roundRect">
              <a:avLst>
                <a:gd name="adj" fmla="val 16397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13DCE36-F50E-2BFE-EF34-900F2BD37923}"/>
                </a:ext>
              </a:extLst>
            </p:cNvPr>
            <p:cNvSpPr txBox="1"/>
            <p:nvPr/>
          </p:nvSpPr>
          <p:spPr>
            <a:xfrm>
              <a:off x="8779465" y="5038112"/>
              <a:ext cx="375266" cy="6155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400" dirty="0">
                  <a:cs typeface="Poppins" panose="00000500000000000000" pitchFamily="2" charset="0"/>
                </a:rPr>
                <a:t>SC–CER763134</a:t>
              </a:r>
              <a:endParaRPr lang="en-US" sz="4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8C74B95-AE43-215D-9A66-9401E3F888AA}"/>
                </a:ext>
              </a:extLst>
            </p:cNvPr>
            <p:cNvSpPr txBox="1"/>
            <p:nvPr/>
          </p:nvSpPr>
          <p:spPr>
            <a:xfrm>
              <a:off x="9177217" y="5038112"/>
              <a:ext cx="375267" cy="6155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400" dirty="0">
                  <a:cs typeface="Poppins" panose="00000500000000000000" pitchFamily="2" charset="0"/>
                </a:rPr>
                <a:t>SI–CER763135</a:t>
              </a:r>
              <a:endParaRPr lang="en-US" sz="400" dirty="0"/>
            </a:p>
          </p:txBody>
        </p:sp>
      </p:grpSp>
      <p:pic>
        <p:nvPicPr>
          <p:cNvPr id="60" name="Picture 59" descr="A red and blue sign with white text&#10;&#10;AI-generated content may be incorrect.">
            <a:extLst>
              <a:ext uri="{FF2B5EF4-FFF2-40B4-BE49-F238E27FC236}">
                <a16:creationId xmlns:a16="http://schemas.microsoft.com/office/drawing/2014/main" id="{EC86BA4D-86BF-45EA-8467-1B854A667DA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8101" y="3020384"/>
            <a:ext cx="405771" cy="681515"/>
          </a:xfrm>
          <a:prstGeom prst="rect">
            <a:avLst/>
          </a:prstGeom>
        </p:spPr>
      </p:pic>
      <p:grpSp>
        <p:nvGrpSpPr>
          <p:cNvPr id="2048" name="Group 2047">
            <a:extLst>
              <a:ext uri="{FF2B5EF4-FFF2-40B4-BE49-F238E27FC236}">
                <a16:creationId xmlns:a16="http://schemas.microsoft.com/office/drawing/2014/main" id="{A236973A-FCA8-F839-ABFD-AADEE74C8992}"/>
              </a:ext>
            </a:extLst>
          </p:cNvPr>
          <p:cNvGrpSpPr/>
          <p:nvPr/>
        </p:nvGrpSpPr>
        <p:grpSpPr>
          <a:xfrm>
            <a:off x="9045644" y="479070"/>
            <a:ext cx="1266825" cy="518318"/>
            <a:chOff x="9446419" y="700807"/>
            <a:chExt cx="1266825" cy="518318"/>
          </a:xfrm>
        </p:grpSpPr>
        <p:pic>
          <p:nvPicPr>
            <p:cNvPr id="62" name="Picture 61" descr="A close-up of a logo&#10;&#10;AI-generated content may be incorrect.">
              <a:extLst>
                <a:ext uri="{FF2B5EF4-FFF2-40B4-BE49-F238E27FC236}">
                  <a16:creationId xmlns:a16="http://schemas.microsoft.com/office/drawing/2014/main" id="{1352A717-9100-B2D8-3E53-EA297CA0F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119" t="13347" r="4379" b="11813"/>
            <a:stretch>
              <a:fillRect/>
            </a:stretch>
          </p:blipFill>
          <p:spPr>
            <a:xfrm>
              <a:off x="9446419" y="700807"/>
              <a:ext cx="1266825" cy="380282"/>
            </a:xfrm>
            <a:prstGeom prst="rect">
              <a:avLst/>
            </a:prstGeom>
            <a:ln w="22225">
              <a:noFill/>
            </a:ln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8F0B7CA-DE66-30CE-A38B-68BD93F9881E}"/>
                </a:ext>
              </a:extLst>
            </p:cNvPr>
            <p:cNvSpPr txBox="1"/>
            <p:nvPr/>
          </p:nvSpPr>
          <p:spPr>
            <a:xfrm>
              <a:off x="9818292" y="1111403"/>
              <a:ext cx="540530" cy="10772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dirty="0">
                  <a:cs typeface="Poppins" panose="00000500000000000000" pitchFamily="2" charset="0"/>
                </a:rPr>
                <a:t>SVC/DEV</a:t>
              </a:r>
              <a:endParaRPr lang="en-US" sz="700" dirty="0"/>
            </a:p>
          </p:txBody>
        </p:sp>
      </p:grpSp>
      <p:sp>
        <p:nvSpPr>
          <p:cNvPr id="2051" name="TextBox 2050">
            <a:extLst>
              <a:ext uri="{FF2B5EF4-FFF2-40B4-BE49-F238E27FC236}">
                <a16:creationId xmlns:a16="http://schemas.microsoft.com/office/drawing/2014/main" id="{FE10BCE3-DB78-539E-4346-7BEDDF85AD4E}"/>
              </a:ext>
            </a:extLst>
          </p:cNvPr>
          <p:cNvSpPr txBox="1"/>
          <p:nvPr/>
        </p:nvSpPr>
        <p:spPr>
          <a:xfrm>
            <a:off x="6027006" y="4139918"/>
            <a:ext cx="720304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dirty="0">
                <a:cs typeface="Poppins" panose="00000500000000000000" pitchFamily="2" charset="0"/>
              </a:rPr>
              <a:t>+Exports USA</a:t>
            </a:r>
            <a:endParaRPr lang="en-US" sz="900" dirty="0"/>
          </a:p>
        </p:txBody>
      </p:sp>
      <p:sp>
        <p:nvSpPr>
          <p:cNvPr id="2052" name="TextBox 2051">
            <a:extLst>
              <a:ext uri="{FF2B5EF4-FFF2-40B4-BE49-F238E27FC236}">
                <a16:creationId xmlns:a16="http://schemas.microsoft.com/office/drawing/2014/main" id="{0DC08CF0-A480-6B1E-5349-511E17EBDF56}"/>
              </a:ext>
            </a:extLst>
          </p:cNvPr>
          <p:cNvSpPr txBox="1"/>
          <p:nvPr/>
        </p:nvSpPr>
        <p:spPr>
          <a:xfrm>
            <a:off x="349025" y="4208286"/>
            <a:ext cx="100605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dirty="0">
                <a:cs typeface="Poppins" panose="00000500000000000000" pitchFamily="2" charset="0"/>
              </a:rPr>
              <a:t>+Software Factory</a:t>
            </a:r>
          </a:p>
          <a:p>
            <a:pPr algn="ctr"/>
            <a:r>
              <a:rPr lang="en-US" sz="900" dirty="0">
                <a:cs typeface="Poppins" panose="00000500000000000000" pitchFamily="2" charset="0"/>
              </a:rPr>
              <a:t>+Data Unit</a:t>
            </a:r>
            <a:endParaRPr lang="en-US" sz="900" dirty="0"/>
          </a:p>
        </p:txBody>
      </p:sp>
      <p:sp>
        <p:nvSpPr>
          <p:cNvPr id="2053" name="TextBox 2052">
            <a:extLst>
              <a:ext uri="{FF2B5EF4-FFF2-40B4-BE49-F238E27FC236}">
                <a16:creationId xmlns:a16="http://schemas.microsoft.com/office/drawing/2014/main" id="{D3BD4983-E2C3-522D-DB2B-BAC7E5403732}"/>
              </a:ext>
            </a:extLst>
          </p:cNvPr>
          <p:cNvSpPr txBox="1"/>
          <p:nvPr/>
        </p:nvSpPr>
        <p:spPr>
          <a:xfrm>
            <a:off x="2383694" y="4463581"/>
            <a:ext cx="44048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dirty="0">
                <a:cs typeface="Poppins" panose="00000500000000000000" pitchFamily="2" charset="0"/>
              </a:rPr>
              <a:t>Mobile</a:t>
            </a:r>
            <a:endParaRPr lang="en-US" sz="900" dirty="0"/>
          </a:p>
        </p:txBody>
      </p:sp>
      <p:sp>
        <p:nvSpPr>
          <p:cNvPr id="2055" name="TextBox 2054">
            <a:extLst>
              <a:ext uri="{FF2B5EF4-FFF2-40B4-BE49-F238E27FC236}">
                <a16:creationId xmlns:a16="http://schemas.microsoft.com/office/drawing/2014/main" id="{53DC0776-246B-FDDD-8AB3-4B0F250A9ECE}"/>
              </a:ext>
            </a:extLst>
          </p:cNvPr>
          <p:cNvSpPr txBox="1"/>
          <p:nvPr/>
        </p:nvSpPr>
        <p:spPr>
          <a:xfrm>
            <a:off x="1191758" y="5761143"/>
            <a:ext cx="103857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dirty="0">
                <a:cs typeface="Poppins" panose="00000500000000000000" pitchFamily="2" charset="0"/>
              </a:rPr>
              <a:t>+Consulting</a:t>
            </a:r>
          </a:p>
          <a:p>
            <a:pPr algn="ctr"/>
            <a:r>
              <a:rPr lang="en-US" sz="900" dirty="0">
                <a:cs typeface="Poppins" panose="00000500000000000000" pitchFamily="2" charset="0"/>
              </a:rPr>
              <a:t>+Dedicated Teams</a:t>
            </a:r>
            <a:endParaRPr lang="en-US" sz="900" dirty="0"/>
          </a:p>
        </p:txBody>
      </p:sp>
      <p:pic>
        <p:nvPicPr>
          <p:cNvPr id="2064" name="Picture 16" descr="2022 Oracle Innovation Challenge | MIT Sloan Sports Analytics Conference">
            <a:extLst>
              <a:ext uri="{FF2B5EF4-FFF2-40B4-BE49-F238E27FC236}">
                <a16:creationId xmlns:a16="http://schemas.microsoft.com/office/drawing/2014/main" id="{61380164-5B6A-CA27-B4AB-7A7E3D99B1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8166" b="38166"/>
          <a:stretch>
            <a:fillRect/>
          </a:stretch>
        </p:blipFill>
        <p:spPr bwMode="auto">
          <a:xfrm>
            <a:off x="4605459" y="6007344"/>
            <a:ext cx="719084" cy="9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WEBCON BPS – Unique Conceptions">
            <a:extLst>
              <a:ext uri="{FF2B5EF4-FFF2-40B4-BE49-F238E27FC236}">
                <a16:creationId xmlns:a16="http://schemas.microsoft.com/office/drawing/2014/main" id="{0697F934-2C48-CE6E-772A-A59A164E9F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09" t="23550" r="6558" b="23550"/>
          <a:stretch>
            <a:fillRect/>
          </a:stretch>
        </p:blipFill>
        <p:spPr bwMode="auto">
          <a:xfrm>
            <a:off x="5031855" y="5776392"/>
            <a:ext cx="726942" cy="129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5" name="Picture 2064" descr="A group of blue and red squares&#10;&#10;AI-generated content may be incorrect.">
            <a:extLst>
              <a:ext uri="{FF2B5EF4-FFF2-40B4-BE49-F238E27FC236}">
                <a16:creationId xmlns:a16="http://schemas.microsoft.com/office/drawing/2014/main" id="{8445B71C-BC62-352F-5A78-6545AE6FF581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6937" y="5973191"/>
            <a:ext cx="890588" cy="22561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4BE73DF5-0883-52B1-8BD5-22EAE7E28391}"/>
              </a:ext>
            </a:extLst>
          </p:cNvPr>
          <p:cNvGrpSpPr/>
          <p:nvPr/>
        </p:nvGrpSpPr>
        <p:grpSpPr>
          <a:xfrm>
            <a:off x="2746044" y="5846866"/>
            <a:ext cx="1509242" cy="277002"/>
            <a:chOff x="2727721" y="5990975"/>
            <a:chExt cx="1579964" cy="289982"/>
          </a:xfrm>
        </p:grpSpPr>
        <p:pic>
          <p:nvPicPr>
            <p:cNvPr id="2062" name="Picture 14" descr="Microsoft Gold Partner - EPC Group - AI and Microsoft Enterprise Consulting  Experts">
              <a:extLst>
                <a:ext uri="{FF2B5EF4-FFF2-40B4-BE49-F238E27FC236}">
                  <a16:creationId xmlns:a16="http://schemas.microsoft.com/office/drawing/2014/main" id="{ED7BA65E-1FA4-1A8F-BA14-CD05F5354D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7721" y="6034314"/>
              <a:ext cx="788195" cy="2033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9" name="Picture 2058" descr="A blue and orange logo&#10;&#10;AI-generated content may be incorrect.">
              <a:extLst>
                <a:ext uri="{FF2B5EF4-FFF2-40B4-BE49-F238E27FC236}">
                  <a16:creationId xmlns:a16="http://schemas.microsoft.com/office/drawing/2014/main" id="{5845CC91-9C2E-64F1-7536-1231D9C34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84069" y="5990975"/>
              <a:ext cx="623616" cy="289982"/>
            </a:xfrm>
            <a:prstGeom prst="rect">
              <a:avLst/>
            </a:prstGeom>
          </p:spPr>
        </p:pic>
        <p:cxnSp>
          <p:nvCxnSpPr>
            <p:cNvPr id="2069" name="Straight Connector 2068">
              <a:extLst>
                <a:ext uri="{FF2B5EF4-FFF2-40B4-BE49-F238E27FC236}">
                  <a16:creationId xmlns:a16="http://schemas.microsoft.com/office/drawing/2014/main" id="{285E1B40-0D0E-4DEC-AA7E-153EB0DE329C}"/>
                </a:ext>
              </a:extLst>
            </p:cNvPr>
            <p:cNvCxnSpPr>
              <a:cxnSpLocks/>
            </p:cNvCxnSpPr>
            <p:nvPr/>
          </p:nvCxnSpPr>
          <p:spPr>
            <a:xfrm>
              <a:off x="3607502" y="6010380"/>
              <a:ext cx="0" cy="251171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72" name="Diagrama de flujo: conector 12">
            <a:extLst>
              <a:ext uri="{FF2B5EF4-FFF2-40B4-BE49-F238E27FC236}">
                <a16:creationId xmlns:a16="http://schemas.microsoft.com/office/drawing/2014/main" id="{B9C488EF-F50E-59A8-EBA6-A319F14F250E}"/>
              </a:ext>
            </a:extLst>
          </p:cNvPr>
          <p:cNvSpPr/>
          <p:nvPr/>
        </p:nvSpPr>
        <p:spPr>
          <a:xfrm>
            <a:off x="5682371" y="944612"/>
            <a:ext cx="1634753" cy="1634753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73" name="TextBox 2072">
            <a:extLst>
              <a:ext uri="{FF2B5EF4-FFF2-40B4-BE49-F238E27FC236}">
                <a16:creationId xmlns:a16="http://schemas.microsoft.com/office/drawing/2014/main" id="{C568D813-1FE6-B6D5-FE34-BA81DAFA9F0F}"/>
              </a:ext>
            </a:extLst>
          </p:cNvPr>
          <p:cNvSpPr txBox="1"/>
          <p:nvPr/>
        </p:nvSpPr>
        <p:spPr>
          <a:xfrm>
            <a:off x="5810903" y="1365726"/>
            <a:ext cx="1377688" cy="7925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11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 Countries</a:t>
            </a:r>
          </a:p>
          <a:p>
            <a:pPr algn="ctr">
              <a:spcAft>
                <a:spcPts val="300"/>
              </a:spcAft>
            </a:pPr>
            <a:r>
              <a:rPr lang="en-US" sz="11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200 Clients</a:t>
            </a:r>
          </a:p>
          <a:p>
            <a:pPr algn="ctr">
              <a:spcAft>
                <a:spcPts val="300"/>
              </a:spcAft>
            </a:pPr>
            <a:r>
              <a:rPr lang="en-US" sz="11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1000 Projects</a:t>
            </a:r>
          </a:p>
          <a:p>
            <a:pPr algn="ctr">
              <a:spcAft>
                <a:spcPts val="300"/>
              </a:spcAft>
            </a:pPr>
            <a:r>
              <a:rPr lang="en-US" sz="11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200 Employees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B6A2F43-1F82-C1CC-506F-E16DEAE0A2A2}"/>
              </a:ext>
            </a:extLst>
          </p:cNvPr>
          <p:cNvGrpSpPr/>
          <p:nvPr/>
        </p:nvGrpSpPr>
        <p:grpSpPr>
          <a:xfrm>
            <a:off x="7061571" y="1192724"/>
            <a:ext cx="579706" cy="579706"/>
            <a:chOff x="5516294" y="1734325"/>
            <a:chExt cx="659082" cy="659082"/>
          </a:xfrm>
        </p:grpSpPr>
        <p:sp>
          <p:nvSpPr>
            <p:cNvPr id="2071" name="Diagrama de flujo: conector 11">
              <a:extLst>
                <a:ext uri="{FF2B5EF4-FFF2-40B4-BE49-F238E27FC236}">
                  <a16:creationId xmlns:a16="http://schemas.microsoft.com/office/drawing/2014/main" id="{2E2622D7-560C-788C-79FD-2BE16D4CF577}"/>
                </a:ext>
              </a:extLst>
            </p:cNvPr>
            <p:cNvSpPr/>
            <p:nvPr/>
          </p:nvSpPr>
          <p:spPr>
            <a:xfrm>
              <a:off x="5516294" y="1734325"/>
              <a:ext cx="659082" cy="659082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078" name="Group 2077">
              <a:extLst>
                <a:ext uri="{FF2B5EF4-FFF2-40B4-BE49-F238E27FC236}">
                  <a16:creationId xmlns:a16="http://schemas.microsoft.com/office/drawing/2014/main" id="{06C2A614-BAA7-EF84-D824-584AEAB5C2D2}"/>
                </a:ext>
              </a:extLst>
            </p:cNvPr>
            <p:cNvGrpSpPr/>
            <p:nvPr/>
          </p:nvGrpSpPr>
          <p:grpSpPr>
            <a:xfrm>
              <a:off x="5668952" y="1886983"/>
              <a:ext cx="353766" cy="353766"/>
              <a:chOff x="6201049" y="1249902"/>
              <a:chExt cx="685207" cy="685207"/>
            </a:xfrm>
          </p:grpSpPr>
          <p:sp>
            <p:nvSpPr>
              <p:cNvPr id="2076" name="Rectangle: Rounded Corners 2075">
                <a:extLst>
                  <a:ext uri="{FF2B5EF4-FFF2-40B4-BE49-F238E27FC236}">
                    <a16:creationId xmlns:a16="http://schemas.microsoft.com/office/drawing/2014/main" id="{DAF63BB5-E04D-548B-8AB5-FCB36AFABA77}"/>
                  </a:ext>
                </a:extLst>
              </p:cNvPr>
              <p:cNvSpPr/>
              <p:nvPr/>
            </p:nvSpPr>
            <p:spPr>
              <a:xfrm>
                <a:off x="6201049" y="1504674"/>
                <a:ext cx="685207" cy="17566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77" name="Rectangle: Rounded Corners 2076">
                <a:extLst>
                  <a:ext uri="{FF2B5EF4-FFF2-40B4-BE49-F238E27FC236}">
                    <a16:creationId xmlns:a16="http://schemas.microsoft.com/office/drawing/2014/main" id="{BE4CCD6A-7D84-0838-C10F-3420910F96EE}"/>
                  </a:ext>
                </a:extLst>
              </p:cNvPr>
              <p:cNvSpPr/>
              <p:nvPr/>
            </p:nvSpPr>
            <p:spPr>
              <a:xfrm rot="5400000">
                <a:off x="6201049" y="1504674"/>
                <a:ext cx="685207" cy="17566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3D8C4AA-FCFC-B971-CCE2-4197250AB878}"/>
              </a:ext>
            </a:extLst>
          </p:cNvPr>
          <p:cNvGrpSpPr/>
          <p:nvPr/>
        </p:nvGrpSpPr>
        <p:grpSpPr>
          <a:xfrm>
            <a:off x="553945" y="1604329"/>
            <a:ext cx="4347552" cy="2286158"/>
            <a:chOff x="903514" y="1561797"/>
            <a:chExt cx="4347552" cy="2286158"/>
          </a:xfrm>
        </p:grpSpPr>
        <p:pic>
          <p:nvPicPr>
            <p:cNvPr id="2081" name="Graphic 2080">
              <a:extLst>
                <a:ext uri="{FF2B5EF4-FFF2-40B4-BE49-F238E27FC236}">
                  <a16:creationId xmlns:a16="http://schemas.microsoft.com/office/drawing/2014/main" id="{E740439D-274D-EE97-E6E8-74F04887C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l="2596" t="25063" r="2557" b="25063"/>
            <a:stretch>
              <a:fillRect/>
            </a:stretch>
          </p:blipFill>
          <p:spPr>
            <a:xfrm>
              <a:off x="903514" y="1561797"/>
              <a:ext cx="4347552" cy="2286158"/>
            </a:xfrm>
            <a:prstGeom prst="rect">
              <a:avLst/>
            </a:prstGeom>
          </p:spPr>
        </p:pic>
        <p:sp>
          <p:nvSpPr>
            <p:cNvPr id="2082" name="Oval 2081">
              <a:extLst>
                <a:ext uri="{FF2B5EF4-FFF2-40B4-BE49-F238E27FC236}">
                  <a16:creationId xmlns:a16="http://schemas.microsoft.com/office/drawing/2014/main" id="{73134409-049A-EA3A-8B77-5C212C84D7CE}"/>
                </a:ext>
              </a:extLst>
            </p:cNvPr>
            <p:cNvSpPr/>
            <p:nvPr/>
          </p:nvSpPr>
          <p:spPr>
            <a:xfrm>
              <a:off x="3158281" y="2177651"/>
              <a:ext cx="111496" cy="1114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3" name="Oval 2082">
              <a:extLst>
                <a:ext uri="{FF2B5EF4-FFF2-40B4-BE49-F238E27FC236}">
                  <a16:creationId xmlns:a16="http://schemas.microsoft.com/office/drawing/2014/main" id="{02AFE657-215D-49F7-931D-984A8328E964}"/>
                </a:ext>
              </a:extLst>
            </p:cNvPr>
            <p:cNvSpPr/>
            <p:nvPr/>
          </p:nvSpPr>
          <p:spPr>
            <a:xfrm>
              <a:off x="2991648" y="2457293"/>
              <a:ext cx="111496" cy="1114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4" name="Oval 2083">
              <a:extLst>
                <a:ext uri="{FF2B5EF4-FFF2-40B4-BE49-F238E27FC236}">
                  <a16:creationId xmlns:a16="http://schemas.microsoft.com/office/drawing/2014/main" id="{BD877F8D-153A-4ABD-54C2-A8D05B54AAFE}"/>
                </a:ext>
              </a:extLst>
            </p:cNvPr>
            <p:cNvSpPr/>
            <p:nvPr/>
          </p:nvSpPr>
          <p:spPr>
            <a:xfrm>
              <a:off x="1827216" y="2618302"/>
              <a:ext cx="111496" cy="1114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5" name="Oval 2084">
              <a:extLst>
                <a:ext uri="{FF2B5EF4-FFF2-40B4-BE49-F238E27FC236}">
                  <a16:creationId xmlns:a16="http://schemas.microsoft.com/office/drawing/2014/main" id="{2ECC0F16-E4E3-3E56-8D18-5D510F5343F1}"/>
                </a:ext>
              </a:extLst>
            </p:cNvPr>
            <p:cNvSpPr/>
            <p:nvPr/>
          </p:nvSpPr>
          <p:spPr>
            <a:xfrm>
              <a:off x="1993902" y="2954058"/>
              <a:ext cx="111496" cy="1114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6" name="Oval 2085">
              <a:extLst>
                <a:ext uri="{FF2B5EF4-FFF2-40B4-BE49-F238E27FC236}">
                  <a16:creationId xmlns:a16="http://schemas.microsoft.com/office/drawing/2014/main" id="{58D1D0FD-17DC-05EB-C995-5F61F8FF8C84}"/>
                </a:ext>
              </a:extLst>
            </p:cNvPr>
            <p:cNvSpPr/>
            <p:nvPr/>
          </p:nvSpPr>
          <p:spPr>
            <a:xfrm>
              <a:off x="2159419" y="3009937"/>
              <a:ext cx="111496" cy="1114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7" name="Oval 2086">
              <a:extLst>
                <a:ext uri="{FF2B5EF4-FFF2-40B4-BE49-F238E27FC236}">
                  <a16:creationId xmlns:a16="http://schemas.microsoft.com/office/drawing/2014/main" id="{E9A7A010-C078-80A3-8980-0C4371F1FBD2}"/>
                </a:ext>
              </a:extLst>
            </p:cNvPr>
            <p:cNvSpPr/>
            <p:nvPr/>
          </p:nvSpPr>
          <p:spPr>
            <a:xfrm>
              <a:off x="2104175" y="2842139"/>
              <a:ext cx="111496" cy="11149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A3452B-9456-331C-C720-26E6682AD3F2}"/>
              </a:ext>
            </a:extLst>
          </p:cNvPr>
          <p:cNvCxnSpPr>
            <a:cxnSpLocks/>
          </p:cNvCxnSpPr>
          <p:nvPr/>
        </p:nvCxnSpPr>
        <p:spPr>
          <a:xfrm>
            <a:off x="854656" y="4559328"/>
            <a:ext cx="0" cy="182880"/>
          </a:xfrm>
          <a:prstGeom prst="line">
            <a:avLst/>
          </a:prstGeom>
          <a:ln>
            <a:solidFill>
              <a:schemeClr val="accent3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FDCCEE-6347-1B24-22AF-C5C2EE02004F}"/>
              </a:ext>
            </a:extLst>
          </p:cNvPr>
          <p:cNvCxnSpPr>
            <a:cxnSpLocks/>
          </p:cNvCxnSpPr>
          <p:nvPr/>
        </p:nvCxnSpPr>
        <p:spPr>
          <a:xfrm>
            <a:off x="2603934" y="4676717"/>
            <a:ext cx="0" cy="182880"/>
          </a:xfrm>
          <a:prstGeom prst="line">
            <a:avLst/>
          </a:prstGeom>
          <a:ln>
            <a:solidFill>
              <a:schemeClr val="accent3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4A7B3F-7D34-6295-AFBF-0922BA068DD8}"/>
              </a:ext>
            </a:extLst>
          </p:cNvPr>
          <p:cNvCxnSpPr>
            <a:cxnSpLocks/>
          </p:cNvCxnSpPr>
          <p:nvPr/>
        </p:nvCxnSpPr>
        <p:spPr>
          <a:xfrm>
            <a:off x="4433832" y="4632998"/>
            <a:ext cx="0" cy="182880"/>
          </a:xfrm>
          <a:prstGeom prst="line">
            <a:avLst/>
          </a:prstGeom>
          <a:ln>
            <a:solidFill>
              <a:schemeClr val="accent3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0A3852-426F-A62B-8903-8D06B2FD9040}"/>
              </a:ext>
            </a:extLst>
          </p:cNvPr>
          <p:cNvCxnSpPr>
            <a:cxnSpLocks/>
          </p:cNvCxnSpPr>
          <p:nvPr/>
        </p:nvCxnSpPr>
        <p:spPr>
          <a:xfrm>
            <a:off x="6387158" y="4352149"/>
            <a:ext cx="0" cy="182880"/>
          </a:xfrm>
          <a:prstGeom prst="line">
            <a:avLst/>
          </a:prstGeom>
          <a:ln>
            <a:solidFill>
              <a:schemeClr val="accent3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AC672C1-7361-B0D5-3809-09B7213BFDEF}"/>
              </a:ext>
            </a:extLst>
          </p:cNvPr>
          <p:cNvCxnSpPr>
            <a:cxnSpLocks/>
          </p:cNvCxnSpPr>
          <p:nvPr/>
        </p:nvCxnSpPr>
        <p:spPr>
          <a:xfrm>
            <a:off x="8272364" y="3665705"/>
            <a:ext cx="0" cy="182880"/>
          </a:xfrm>
          <a:prstGeom prst="line">
            <a:avLst/>
          </a:prstGeom>
          <a:ln>
            <a:solidFill>
              <a:schemeClr val="accent3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989ADD-484A-CB47-1CE9-6AFE7E217310}"/>
              </a:ext>
            </a:extLst>
          </p:cNvPr>
          <p:cNvCxnSpPr>
            <a:cxnSpLocks/>
          </p:cNvCxnSpPr>
          <p:nvPr/>
        </p:nvCxnSpPr>
        <p:spPr>
          <a:xfrm>
            <a:off x="9910453" y="2520442"/>
            <a:ext cx="0" cy="182880"/>
          </a:xfrm>
          <a:prstGeom prst="line">
            <a:avLst/>
          </a:prstGeom>
          <a:ln>
            <a:solidFill>
              <a:schemeClr val="accent3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27E0DA-B197-279A-B964-EDB4AECF273D}"/>
              </a:ext>
            </a:extLst>
          </p:cNvPr>
          <p:cNvCxnSpPr>
            <a:cxnSpLocks/>
          </p:cNvCxnSpPr>
          <p:nvPr/>
        </p:nvCxnSpPr>
        <p:spPr>
          <a:xfrm>
            <a:off x="10950961" y="822540"/>
            <a:ext cx="0" cy="182880"/>
          </a:xfrm>
          <a:prstGeom prst="line">
            <a:avLst/>
          </a:prstGeom>
          <a:ln>
            <a:solidFill>
              <a:schemeClr val="accent3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D96026-0771-DB85-BE39-8994ECB08689}"/>
              </a:ext>
            </a:extLst>
          </p:cNvPr>
          <p:cNvCxnSpPr>
            <a:cxnSpLocks/>
          </p:cNvCxnSpPr>
          <p:nvPr/>
        </p:nvCxnSpPr>
        <p:spPr>
          <a:xfrm>
            <a:off x="1710878" y="5518019"/>
            <a:ext cx="0" cy="182880"/>
          </a:xfrm>
          <a:prstGeom prst="line">
            <a:avLst/>
          </a:prstGeom>
          <a:ln>
            <a:solidFill>
              <a:schemeClr val="accent4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EDCF761-5646-D526-9A4A-399536AD4AAC}"/>
              </a:ext>
            </a:extLst>
          </p:cNvPr>
          <p:cNvCxnSpPr>
            <a:cxnSpLocks/>
          </p:cNvCxnSpPr>
          <p:nvPr/>
        </p:nvCxnSpPr>
        <p:spPr>
          <a:xfrm>
            <a:off x="3500665" y="5584338"/>
            <a:ext cx="0" cy="182880"/>
          </a:xfrm>
          <a:prstGeom prst="line">
            <a:avLst/>
          </a:prstGeom>
          <a:ln>
            <a:solidFill>
              <a:schemeClr val="accent4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7EB8C0-41C9-4B57-ED9D-B008A4D3F2AB}"/>
              </a:ext>
            </a:extLst>
          </p:cNvPr>
          <p:cNvCxnSpPr>
            <a:cxnSpLocks/>
          </p:cNvCxnSpPr>
          <p:nvPr/>
        </p:nvCxnSpPr>
        <p:spPr>
          <a:xfrm>
            <a:off x="5397707" y="5492898"/>
            <a:ext cx="0" cy="182880"/>
          </a:xfrm>
          <a:prstGeom prst="line">
            <a:avLst/>
          </a:prstGeom>
          <a:ln>
            <a:solidFill>
              <a:schemeClr val="accent4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1387FF9-7E25-10DF-F66B-B25F671136E3}"/>
              </a:ext>
            </a:extLst>
          </p:cNvPr>
          <p:cNvCxnSpPr>
            <a:cxnSpLocks/>
          </p:cNvCxnSpPr>
          <p:nvPr/>
        </p:nvCxnSpPr>
        <p:spPr>
          <a:xfrm>
            <a:off x="9164256" y="4191454"/>
            <a:ext cx="0" cy="182880"/>
          </a:xfrm>
          <a:prstGeom prst="line">
            <a:avLst/>
          </a:prstGeom>
          <a:ln>
            <a:solidFill>
              <a:schemeClr val="accent4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5BF7541-7ACD-82CB-AE85-3B578F397154}"/>
              </a:ext>
            </a:extLst>
          </p:cNvPr>
          <p:cNvCxnSpPr>
            <a:cxnSpLocks/>
          </p:cNvCxnSpPr>
          <p:nvPr/>
        </p:nvCxnSpPr>
        <p:spPr>
          <a:xfrm>
            <a:off x="10750987" y="2732016"/>
            <a:ext cx="0" cy="182880"/>
          </a:xfrm>
          <a:prstGeom prst="line">
            <a:avLst/>
          </a:prstGeom>
          <a:ln>
            <a:solidFill>
              <a:schemeClr val="accent4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324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17AD8-752A-F8D8-CE2B-D8AA49F05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319EA6-1D46-AACE-57EC-873C74D8F1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8367" y="453946"/>
            <a:ext cx="4427318" cy="387883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Our Partners</a:t>
            </a:r>
          </a:p>
        </p:txBody>
      </p:sp>
      <p:pic>
        <p:nvPicPr>
          <p:cNvPr id="1034" name="Picture 10" descr="Microsoft Software &amp; ERP - AlFalak">
            <a:extLst>
              <a:ext uri="{FF2B5EF4-FFF2-40B4-BE49-F238E27FC236}">
                <a16:creationId xmlns:a16="http://schemas.microsoft.com/office/drawing/2014/main" id="{E71858FA-47B6-1E2A-FA03-64D7E2D6CD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234" t="25345" r="10234" b="25345"/>
          <a:stretch>
            <a:fillRect/>
          </a:stretch>
        </p:blipFill>
        <p:spPr bwMode="auto">
          <a:xfrm>
            <a:off x="950347" y="1518252"/>
            <a:ext cx="2377053" cy="54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E900F36D-DBA2-3917-0E0A-08C4F5C37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73524" y="1527778"/>
            <a:ext cx="1355231" cy="506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ewlett Packard Enterprise | Better Buildings Initiative">
            <a:extLst>
              <a:ext uri="{FF2B5EF4-FFF2-40B4-BE49-F238E27FC236}">
                <a16:creationId xmlns:a16="http://schemas.microsoft.com/office/drawing/2014/main" id="{FC512011-5779-FCC8-33F9-00DD3089E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43650" y="1322303"/>
            <a:ext cx="1962150" cy="826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Fortinet Fortigate NGFW Customer Reviews 2025 | Unified Threat">
            <a:extLst>
              <a:ext uri="{FF2B5EF4-FFF2-40B4-BE49-F238E27FC236}">
                <a16:creationId xmlns:a16="http://schemas.microsoft.com/office/drawing/2014/main" id="{9C0449D1-67CE-DC7C-4145-C782018F35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58" t="35366" r="3191" b="23983"/>
          <a:stretch>
            <a:fillRect/>
          </a:stretch>
        </p:blipFill>
        <p:spPr bwMode="auto">
          <a:xfrm>
            <a:off x="9056201" y="1655120"/>
            <a:ext cx="2265850" cy="265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6" name="Graphic 3165">
            <a:extLst>
              <a:ext uri="{FF2B5EF4-FFF2-40B4-BE49-F238E27FC236}">
                <a16:creationId xmlns:a16="http://schemas.microsoft.com/office/drawing/2014/main" id="{E57D3660-C8E8-9BED-F92E-14592B5039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9785" y="2707845"/>
            <a:ext cx="1857716" cy="439427"/>
          </a:xfrm>
          <a:prstGeom prst="rect">
            <a:avLst/>
          </a:prstGeom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1DD3E824-E1AC-8D7D-0C31-CEA1EEC81D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68" t="15135" r="697" b="9003"/>
          <a:stretch>
            <a:fillRect/>
          </a:stretch>
        </p:blipFill>
        <p:spPr bwMode="auto">
          <a:xfrm>
            <a:off x="3660168" y="2750961"/>
            <a:ext cx="1873553" cy="309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9" name="Graphic 3168">
            <a:extLst>
              <a:ext uri="{FF2B5EF4-FFF2-40B4-BE49-F238E27FC236}">
                <a16:creationId xmlns:a16="http://schemas.microsoft.com/office/drawing/2014/main" id="{2C20B444-7589-D286-833B-7D64BE33704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27600" y="2720627"/>
            <a:ext cx="2552700" cy="396635"/>
          </a:xfrm>
          <a:prstGeom prst="rect">
            <a:avLst/>
          </a:prstGeom>
        </p:spPr>
      </p:pic>
      <p:pic>
        <p:nvPicPr>
          <p:cNvPr id="1048" name="Picture 24" descr="Acronis - Aufiero Informática">
            <a:extLst>
              <a:ext uri="{FF2B5EF4-FFF2-40B4-BE49-F238E27FC236}">
                <a16:creationId xmlns:a16="http://schemas.microsoft.com/office/drawing/2014/main" id="{410553DE-6611-0090-3239-43584B9A92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1" t="22244" r="1953" b="22244"/>
          <a:stretch>
            <a:fillRect/>
          </a:stretch>
        </p:blipFill>
        <p:spPr bwMode="auto">
          <a:xfrm>
            <a:off x="9382942" y="2689617"/>
            <a:ext cx="1618433" cy="34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Nintex RPA Reviews, Ratings &amp; Features 2025 | Gartner Peer Insights">
            <a:extLst>
              <a:ext uri="{FF2B5EF4-FFF2-40B4-BE49-F238E27FC236}">
                <a16:creationId xmlns:a16="http://schemas.microsoft.com/office/drawing/2014/main" id="{DAD62714-02BF-C8DA-01FD-B11FF86765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14" t="10699" r="3125" b="10699"/>
          <a:stretch>
            <a:fillRect/>
          </a:stretch>
        </p:blipFill>
        <p:spPr bwMode="auto">
          <a:xfrm>
            <a:off x="998844" y="3785888"/>
            <a:ext cx="1918981" cy="47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BC785842-E6BF-3258-15C1-1EC913FF7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21280" y="3853037"/>
            <a:ext cx="2264190" cy="468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7" name="Graphic 3176">
            <a:extLst>
              <a:ext uri="{FF2B5EF4-FFF2-40B4-BE49-F238E27FC236}">
                <a16:creationId xmlns:a16="http://schemas.microsoft.com/office/drawing/2014/main" id="{F4B41545-D828-F868-4698-0245E11BFB9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b="40199"/>
          <a:stretch>
            <a:fillRect/>
          </a:stretch>
        </p:blipFill>
        <p:spPr>
          <a:xfrm>
            <a:off x="6471021" y="3867178"/>
            <a:ext cx="1834779" cy="344835"/>
          </a:xfrm>
          <a:prstGeom prst="rect">
            <a:avLst/>
          </a:prstGeom>
        </p:spPr>
      </p:pic>
      <p:pic>
        <p:nvPicPr>
          <p:cNvPr id="1054" name="Picture 30">
            <a:extLst>
              <a:ext uri="{FF2B5EF4-FFF2-40B4-BE49-F238E27FC236}">
                <a16:creationId xmlns:a16="http://schemas.microsoft.com/office/drawing/2014/main" id="{F093FF3D-3AD7-1866-8D15-FBF66C27E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58645" y="3709366"/>
            <a:ext cx="1254611" cy="751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Salesforce - Wikipedia">
            <a:extLst>
              <a:ext uri="{FF2B5EF4-FFF2-40B4-BE49-F238E27FC236}">
                <a16:creationId xmlns:a16="http://schemas.microsoft.com/office/drawing/2014/main" id="{C82DEBE1-A8A1-A27A-C723-31E9479B3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12057" y="4868399"/>
            <a:ext cx="1384948" cy="96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LivePerson partners with Jenny for the Live Engage Bot platform">
            <a:extLst>
              <a:ext uri="{FF2B5EF4-FFF2-40B4-BE49-F238E27FC236}">
                <a16:creationId xmlns:a16="http://schemas.microsoft.com/office/drawing/2014/main" id="{E54937F8-2AB0-D649-3753-5005ACBCC4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639" b="29955"/>
          <a:stretch>
            <a:fillRect/>
          </a:stretch>
        </p:blipFill>
        <p:spPr bwMode="auto">
          <a:xfrm>
            <a:off x="6086475" y="4799886"/>
            <a:ext cx="1685925" cy="88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2332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43774-F35D-D9AA-2E07-0EB7E8CB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B6E6F5-295B-8357-3534-6FE45CFAA6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8367" y="453946"/>
            <a:ext cx="4427318" cy="387883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Our Formula</a:t>
            </a:r>
          </a:p>
        </p:txBody>
      </p:sp>
      <p:pic>
        <p:nvPicPr>
          <p:cNvPr id="2157" name="Graphic 2156" descr="Test tubes outline">
            <a:extLst>
              <a:ext uri="{FF2B5EF4-FFF2-40B4-BE49-F238E27FC236}">
                <a16:creationId xmlns:a16="http://schemas.microsoft.com/office/drawing/2014/main" id="{B878F143-94C0-6902-AD31-638EF1CF5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5683" y="2153395"/>
            <a:ext cx="1213835" cy="1213835"/>
          </a:xfrm>
          <a:prstGeom prst="rect">
            <a:avLst/>
          </a:prstGeom>
        </p:spPr>
      </p:pic>
      <p:sp>
        <p:nvSpPr>
          <p:cNvPr id="2161" name="TextBox 2160">
            <a:extLst>
              <a:ext uri="{FF2B5EF4-FFF2-40B4-BE49-F238E27FC236}">
                <a16:creationId xmlns:a16="http://schemas.microsoft.com/office/drawing/2014/main" id="{C08ECBB4-838D-8EDD-101B-523C6CCEB8FC}"/>
              </a:ext>
            </a:extLst>
          </p:cNvPr>
          <p:cNvSpPr txBox="1"/>
          <p:nvPr/>
        </p:nvSpPr>
        <p:spPr>
          <a:xfrm>
            <a:off x="5327338" y="3632788"/>
            <a:ext cx="1610524" cy="14157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Go Live Lab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Cloud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Admin Apps 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ITO Cybersecurity</a:t>
            </a:r>
          </a:p>
        </p:txBody>
      </p:sp>
      <p:pic>
        <p:nvPicPr>
          <p:cNvPr id="2164" name="Graphic 2163" descr="Test tubes outline">
            <a:extLst>
              <a:ext uri="{FF2B5EF4-FFF2-40B4-BE49-F238E27FC236}">
                <a16:creationId xmlns:a16="http://schemas.microsoft.com/office/drawing/2014/main" id="{06A45B31-0406-715B-99C2-2E70FDB71A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9988" y="2153395"/>
            <a:ext cx="1213835" cy="1213835"/>
          </a:xfrm>
          <a:prstGeom prst="rect">
            <a:avLst/>
          </a:prstGeom>
        </p:spPr>
      </p:pic>
      <p:sp>
        <p:nvSpPr>
          <p:cNvPr id="2165" name="TextBox 2164">
            <a:extLst>
              <a:ext uri="{FF2B5EF4-FFF2-40B4-BE49-F238E27FC236}">
                <a16:creationId xmlns:a16="http://schemas.microsoft.com/office/drawing/2014/main" id="{627427BE-2F6E-0392-F478-F241EC0934AF}"/>
              </a:ext>
            </a:extLst>
          </p:cNvPr>
          <p:cNvSpPr txBox="1"/>
          <p:nvPr/>
        </p:nvSpPr>
        <p:spPr>
          <a:xfrm>
            <a:off x="588185" y="3632788"/>
            <a:ext cx="2377440" cy="14670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Solution Design Lab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UX Innovation 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Process Fitness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Analysis &amp; Design 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Agile Transformation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167" name="Graphic 2166" descr="Test tubes outline">
            <a:extLst>
              <a:ext uri="{FF2B5EF4-FFF2-40B4-BE49-F238E27FC236}">
                <a16:creationId xmlns:a16="http://schemas.microsoft.com/office/drawing/2014/main" id="{82A91657-8E23-DCE8-2E71-3348FCC559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22703" y="2153395"/>
            <a:ext cx="1213835" cy="1213835"/>
          </a:xfrm>
          <a:prstGeom prst="rect">
            <a:avLst/>
          </a:prstGeom>
        </p:spPr>
      </p:pic>
      <p:sp>
        <p:nvSpPr>
          <p:cNvPr id="2168" name="TextBox 2167">
            <a:extLst>
              <a:ext uri="{FF2B5EF4-FFF2-40B4-BE49-F238E27FC236}">
                <a16:creationId xmlns:a16="http://schemas.microsoft.com/office/drawing/2014/main" id="{C6CF4AC7-1F1D-84D7-7406-A35EEED5D067}"/>
              </a:ext>
            </a:extLst>
          </p:cNvPr>
          <p:cNvSpPr txBox="1"/>
          <p:nvPr/>
        </p:nvSpPr>
        <p:spPr>
          <a:xfrm>
            <a:off x="7524358" y="3632788"/>
            <a:ext cx="1610524" cy="14670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 Lab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Big Data 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BI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AI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ML</a:t>
            </a:r>
          </a:p>
        </p:txBody>
      </p:sp>
      <p:pic>
        <p:nvPicPr>
          <p:cNvPr id="2173" name="Graphic 2172" descr="Test tubes outline">
            <a:extLst>
              <a:ext uri="{FF2B5EF4-FFF2-40B4-BE49-F238E27FC236}">
                <a16:creationId xmlns:a16="http://schemas.microsoft.com/office/drawing/2014/main" id="{88A0D93E-78E4-7B74-E435-BBA043D0C2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36532" y="2153395"/>
            <a:ext cx="1213835" cy="1213835"/>
          </a:xfrm>
          <a:prstGeom prst="rect">
            <a:avLst/>
          </a:prstGeom>
        </p:spPr>
      </p:pic>
      <p:sp>
        <p:nvSpPr>
          <p:cNvPr id="2174" name="TextBox 2173">
            <a:extLst>
              <a:ext uri="{FF2B5EF4-FFF2-40B4-BE49-F238E27FC236}">
                <a16:creationId xmlns:a16="http://schemas.microsoft.com/office/drawing/2014/main" id="{2FF2FD56-4187-C871-C5AE-49F90EBBD5EA}"/>
              </a:ext>
            </a:extLst>
          </p:cNvPr>
          <p:cNvSpPr txBox="1"/>
          <p:nvPr/>
        </p:nvSpPr>
        <p:spPr>
          <a:xfrm>
            <a:off x="3549089" y="3632788"/>
            <a:ext cx="1188720" cy="20621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Build Lab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Coding 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Low Code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Integration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Mobile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Testing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DevOps</a:t>
            </a:r>
          </a:p>
        </p:txBody>
      </p:sp>
      <p:pic>
        <p:nvPicPr>
          <p:cNvPr id="2170" name="Graphic 2169" descr="Test tubes outline">
            <a:extLst>
              <a:ext uri="{FF2B5EF4-FFF2-40B4-BE49-F238E27FC236}">
                <a16:creationId xmlns:a16="http://schemas.microsoft.com/office/drawing/2014/main" id="{B8F488A9-F90E-6A45-9DFB-A5B8CC95DD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55680" y="2153395"/>
            <a:ext cx="1213835" cy="1213835"/>
          </a:xfrm>
          <a:prstGeom prst="rect">
            <a:avLst/>
          </a:prstGeom>
        </p:spPr>
      </p:pic>
      <p:sp>
        <p:nvSpPr>
          <p:cNvPr id="2171" name="TextBox 2170">
            <a:extLst>
              <a:ext uri="{FF2B5EF4-FFF2-40B4-BE49-F238E27FC236}">
                <a16:creationId xmlns:a16="http://schemas.microsoft.com/office/drawing/2014/main" id="{3157DDEB-1E2E-0D2F-1081-E9F1D695624E}"/>
              </a:ext>
            </a:extLst>
          </p:cNvPr>
          <p:cNvSpPr txBox="1"/>
          <p:nvPr/>
        </p:nvSpPr>
        <p:spPr>
          <a:xfrm>
            <a:off x="9721379" y="3632788"/>
            <a:ext cx="1882436" cy="8720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b="1" spc="-20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Automation </a:t>
            </a:r>
            <a:r>
              <a:rPr lang="en-US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Lab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RPA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BPM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07F8AC32-9AF0-F525-2E8C-078E3EF45D8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1570306" y="1659952"/>
            <a:ext cx="203459" cy="215865"/>
          </a:xfrm>
          <a:prstGeom prst="rect">
            <a:avLst/>
          </a:prstGeom>
        </p:spPr>
      </p:pic>
      <p:grpSp>
        <p:nvGrpSpPr>
          <p:cNvPr id="3161" name="Group 3160">
            <a:extLst>
              <a:ext uri="{FF2B5EF4-FFF2-40B4-BE49-F238E27FC236}">
                <a16:creationId xmlns:a16="http://schemas.microsoft.com/office/drawing/2014/main" id="{16F69CB4-0AC6-3EA5-3932-8C1BEE673ABF}"/>
              </a:ext>
            </a:extLst>
          </p:cNvPr>
          <p:cNvGrpSpPr/>
          <p:nvPr/>
        </p:nvGrpSpPr>
        <p:grpSpPr>
          <a:xfrm>
            <a:off x="3897656" y="1659952"/>
            <a:ext cx="242653" cy="384871"/>
            <a:chOff x="3897656" y="1628053"/>
            <a:chExt cx="242653" cy="384871"/>
          </a:xfrm>
        </p:grpSpPr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F292C931-E024-F7F5-271B-4E1E62EA1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3936850" y="1628053"/>
              <a:ext cx="203459" cy="215865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33FE87C3-B8E0-10EB-0561-E6A3ED2EF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7280158" flipH="1">
              <a:off x="3903859" y="1803262"/>
              <a:ext cx="203459" cy="215865"/>
            </a:xfrm>
            <a:prstGeom prst="rect">
              <a:avLst/>
            </a:prstGeom>
          </p:spPr>
        </p:pic>
      </p:grpSp>
      <p:grpSp>
        <p:nvGrpSpPr>
          <p:cNvPr id="3153" name="Group 3152">
            <a:extLst>
              <a:ext uri="{FF2B5EF4-FFF2-40B4-BE49-F238E27FC236}">
                <a16:creationId xmlns:a16="http://schemas.microsoft.com/office/drawing/2014/main" id="{73ACE58B-F0DA-A813-5909-14B0197342D3}"/>
              </a:ext>
            </a:extLst>
          </p:cNvPr>
          <p:cNvGrpSpPr/>
          <p:nvPr/>
        </p:nvGrpSpPr>
        <p:grpSpPr>
          <a:xfrm>
            <a:off x="5886807" y="1659952"/>
            <a:ext cx="327691" cy="478378"/>
            <a:chOff x="5886807" y="1628053"/>
            <a:chExt cx="327691" cy="478378"/>
          </a:xfrm>
        </p:grpSpPr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D6F04DC-6CFB-E810-6F8A-343800273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5926001" y="1628053"/>
              <a:ext cx="203459" cy="215865"/>
            </a:xfrm>
            <a:prstGeom prst="rect">
              <a:avLst/>
            </a:prstGeom>
          </p:spPr>
        </p:pic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013F21CC-D795-84BC-5416-BC3A32ADA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7280158" flipH="1">
              <a:off x="5893010" y="1803262"/>
              <a:ext cx="203459" cy="215865"/>
            </a:xfrm>
            <a:prstGeom prst="rect">
              <a:avLst/>
            </a:prstGeom>
          </p:spPr>
        </p:pic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BD03995B-2276-838B-8723-ACD65C070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8652589">
              <a:off x="6011039" y="1890566"/>
              <a:ext cx="203459" cy="215865"/>
            </a:xfrm>
            <a:prstGeom prst="rect">
              <a:avLst/>
            </a:prstGeom>
          </p:spPr>
        </p:pic>
      </p:grpSp>
      <p:grpSp>
        <p:nvGrpSpPr>
          <p:cNvPr id="3151" name="Group 3150">
            <a:extLst>
              <a:ext uri="{FF2B5EF4-FFF2-40B4-BE49-F238E27FC236}">
                <a16:creationId xmlns:a16="http://schemas.microsoft.com/office/drawing/2014/main" id="{865F7511-9D0A-B8A5-401C-CFE52A6EE4EC}"/>
              </a:ext>
            </a:extLst>
          </p:cNvPr>
          <p:cNvGrpSpPr/>
          <p:nvPr/>
        </p:nvGrpSpPr>
        <p:grpSpPr>
          <a:xfrm>
            <a:off x="8083827" y="1659952"/>
            <a:ext cx="491586" cy="478378"/>
            <a:chOff x="8083827" y="1628053"/>
            <a:chExt cx="491586" cy="478378"/>
          </a:xfrm>
        </p:grpSpPr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99737183-1941-1DAD-B5D0-40FC2C98C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 rot="4328218">
              <a:off x="8365751" y="1805123"/>
              <a:ext cx="203459" cy="215865"/>
            </a:xfrm>
            <a:prstGeom prst="rect">
              <a:avLst/>
            </a:prstGeom>
          </p:spPr>
        </p:pic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819E772D-DF04-03AA-B922-F7790FE59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8123021" y="1628053"/>
              <a:ext cx="203459" cy="215865"/>
            </a:xfrm>
            <a:prstGeom prst="rect">
              <a:avLst/>
            </a:prstGeom>
          </p:spPr>
        </p:pic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A688478-F63B-CE54-438B-D8A93B8B2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7280158" flipH="1">
              <a:off x="8090030" y="1803262"/>
              <a:ext cx="203459" cy="215865"/>
            </a:xfrm>
            <a:prstGeom prst="rect">
              <a:avLst/>
            </a:prstGeom>
          </p:spPr>
        </p:pic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E3317532-0ABE-7605-A311-A4809B04B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8652589">
              <a:off x="8208059" y="1890566"/>
              <a:ext cx="203459" cy="215865"/>
            </a:xfrm>
            <a:prstGeom prst="rect">
              <a:avLst/>
            </a:prstGeom>
          </p:spPr>
        </p:pic>
      </p:grpSp>
      <p:grpSp>
        <p:nvGrpSpPr>
          <p:cNvPr id="3149" name="Group 3148">
            <a:extLst>
              <a:ext uri="{FF2B5EF4-FFF2-40B4-BE49-F238E27FC236}">
                <a16:creationId xmlns:a16="http://schemas.microsoft.com/office/drawing/2014/main" id="{11E9D4CE-25FD-FF2A-E3B1-586E6A5E330D}"/>
              </a:ext>
            </a:extLst>
          </p:cNvPr>
          <p:cNvGrpSpPr/>
          <p:nvPr/>
        </p:nvGrpSpPr>
        <p:grpSpPr>
          <a:xfrm>
            <a:off x="10416804" y="1659952"/>
            <a:ext cx="491586" cy="478378"/>
            <a:chOff x="10416804" y="1628053"/>
            <a:chExt cx="491586" cy="478378"/>
          </a:xfrm>
        </p:grpSpPr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287DD9D5-8E64-DEEC-EF57-A9C5D79EA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665839" y="1628053"/>
              <a:ext cx="203459" cy="215865"/>
            </a:xfrm>
            <a:prstGeom prst="rect">
              <a:avLst/>
            </a:prstGeom>
          </p:spPr>
        </p:pic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D89EE1CC-AAEA-CB48-80FB-08B10D80B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 rot="4328218">
              <a:off x="10698728" y="1805123"/>
              <a:ext cx="203459" cy="215865"/>
            </a:xfrm>
            <a:prstGeom prst="rect">
              <a:avLst/>
            </a:prstGeom>
          </p:spPr>
        </p:pic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9AA177FA-BA66-2E5B-2771-3A68DA68C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10455998" y="1628053"/>
              <a:ext cx="203459" cy="215865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AA5A7097-6AF1-DAC9-F87F-77897A761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7280158" flipH="1">
              <a:off x="10423007" y="1803262"/>
              <a:ext cx="203459" cy="215865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52390ECD-129E-8FAF-DF69-BE45E0E74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8652589">
              <a:off x="10541036" y="1890566"/>
              <a:ext cx="203459" cy="215865"/>
            </a:xfrm>
            <a:prstGeom prst="rect">
              <a:avLst/>
            </a:prstGeom>
          </p:spPr>
        </p:pic>
      </p:grpSp>
      <p:grpSp>
        <p:nvGrpSpPr>
          <p:cNvPr id="3147" name="Group 3146">
            <a:extLst>
              <a:ext uri="{FF2B5EF4-FFF2-40B4-BE49-F238E27FC236}">
                <a16:creationId xmlns:a16="http://schemas.microsoft.com/office/drawing/2014/main" id="{FBDEF9E5-24B2-4CA5-FE5D-4AEAD4F6EA50}"/>
              </a:ext>
            </a:extLst>
          </p:cNvPr>
          <p:cNvGrpSpPr/>
          <p:nvPr/>
        </p:nvGrpSpPr>
        <p:grpSpPr>
          <a:xfrm>
            <a:off x="6767438" y="589662"/>
            <a:ext cx="3757298" cy="186456"/>
            <a:chOff x="6767438" y="529524"/>
            <a:chExt cx="3757298" cy="186456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98E054EB-BE6F-C0E2-473B-860197914063}"/>
                </a:ext>
              </a:extLst>
            </p:cNvPr>
            <p:cNvSpPr/>
            <p:nvPr/>
          </p:nvSpPr>
          <p:spPr>
            <a:xfrm>
              <a:off x="6767438" y="529526"/>
              <a:ext cx="3757298" cy="186454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4E78C01-D0FD-952F-D609-B935F04D4A3E}"/>
                </a:ext>
              </a:extLst>
            </p:cNvPr>
            <p:cNvSpPr/>
            <p:nvPr/>
          </p:nvSpPr>
          <p:spPr>
            <a:xfrm>
              <a:off x="7160838" y="529524"/>
              <a:ext cx="186455" cy="18645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6241830-4E32-60E9-E384-5CF2A044C9E1}"/>
                </a:ext>
              </a:extLst>
            </p:cNvPr>
            <p:cNvSpPr/>
            <p:nvPr/>
          </p:nvSpPr>
          <p:spPr>
            <a:xfrm>
              <a:off x="8552860" y="529524"/>
              <a:ext cx="186455" cy="18645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429157D-972B-A017-7BEF-F88CEAB8BCA7}"/>
                </a:ext>
              </a:extLst>
            </p:cNvPr>
            <p:cNvSpPr/>
            <p:nvPr/>
          </p:nvSpPr>
          <p:spPr>
            <a:xfrm>
              <a:off x="7856849" y="529524"/>
              <a:ext cx="186455" cy="18645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07D1249-01C7-7AC2-4B24-BCF1BEF7CAE1}"/>
                </a:ext>
              </a:extLst>
            </p:cNvPr>
            <p:cNvSpPr/>
            <p:nvPr/>
          </p:nvSpPr>
          <p:spPr>
            <a:xfrm>
              <a:off x="9944882" y="529524"/>
              <a:ext cx="186455" cy="1864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4622A87-EA55-FC00-303B-D1517165E323}"/>
                </a:ext>
              </a:extLst>
            </p:cNvPr>
            <p:cNvSpPr/>
            <p:nvPr/>
          </p:nvSpPr>
          <p:spPr>
            <a:xfrm>
              <a:off x="9248871" y="529524"/>
              <a:ext cx="186455" cy="18645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43" name="TextBox 3142">
            <a:extLst>
              <a:ext uri="{FF2B5EF4-FFF2-40B4-BE49-F238E27FC236}">
                <a16:creationId xmlns:a16="http://schemas.microsoft.com/office/drawing/2014/main" id="{A9476B52-6086-171C-B81D-DC78509BE6DE}"/>
              </a:ext>
            </a:extLst>
          </p:cNvPr>
          <p:cNvSpPr txBox="1"/>
          <p:nvPr/>
        </p:nvSpPr>
        <p:spPr>
          <a:xfrm>
            <a:off x="5979714" y="513613"/>
            <a:ext cx="7877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Idea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sp>
        <p:nvSpPr>
          <p:cNvPr id="3145" name="TextBox 3144">
            <a:extLst>
              <a:ext uri="{FF2B5EF4-FFF2-40B4-BE49-F238E27FC236}">
                <a16:creationId xmlns:a16="http://schemas.microsoft.com/office/drawing/2014/main" id="{E4C666AE-0F2D-A747-3572-BD8C7A00C8F1}"/>
              </a:ext>
            </a:extLst>
          </p:cNvPr>
          <p:cNvSpPr txBox="1"/>
          <p:nvPr/>
        </p:nvSpPr>
        <p:spPr>
          <a:xfrm>
            <a:off x="10524273" y="513613"/>
            <a:ext cx="10795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Solution</a:t>
            </a:r>
            <a:endParaRPr lang="en-US" sz="16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614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80E99-5F15-AD36-64E3-7AE0FBB95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000E0F-9FA1-72A8-73DE-62E0AFF5A7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8367" y="453946"/>
            <a:ext cx="4427318" cy="387883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Delivery Models</a:t>
            </a:r>
          </a:p>
        </p:txBody>
      </p:sp>
      <p:sp>
        <p:nvSpPr>
          <p:cNvPr id="2165" name="TextBox 2164">
            <a:extLst>
              <a:ext uri="{FF2B5EF4-FFF2-40B4-BE49-F238E27FC236}">
                <a16:creationId xmlns:a16="http://schemas.microsoft.com/office/drawing/2014/main" id="{11E4ADC7-4D36-FF8D-B402-7A24E054A85B}"/>
              </a:ext>
            </a:extLst>
          </p:cNvPr>
          <p:cNvSpPr txBox="1"/>
          <p:nvPr/>
        </p:nvSpPr>
        <p:spPr>
          <a:xfrm>
            <a:off x="2918349" y="3622312"/>
            <a:ext cx="2743200" cy="63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0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Dedicated Teams</a:t>
            </a:r>
          </a:p>
          <a:p>
            <a:pPr algn="ctr">
              <a:spcAft>
                <a:spcPts val="400"/>
              </a:spcAft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(IT Talent)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74" name="TextBox 2173">
            <a:extLst>
              <a:ext uri="{FF2B5EF4-FFF2-40B4-BE49-F238E27FC236}">
                <a16:creationId xmlns:a16="http://schemas.microsoft.com/office/drawing/2014/main" id="{0A3CA53C-62D9-7351-A829-A4DBF88C8566}"/>
              </a:ext>
            </a:extLst>
          </p:cNvPr>
          <p:cNvSpPr txBox="1"/>
          <p:nvPr/>
        </p:nvSpPr>
        <p:spPr>
          <a:xfrm>
            <a:off x="6530452" y="3622312"/>
            <a:ext cx="2743200" cy="63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0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Project Based</a:t>
            </a:r>
          </a:p>
          <a:p>
            <a:pPr algn="ctr">
              <a:spcAft>
                <a:spcPts val="400"/>
              </a:spcAft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(Deliverables by Sprint)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A0F19FE-6842-29FC-017B-8BEEE2DEE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5901" y="1735615"/>
            <a:ext cx="1708097" cy="166798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FB42A18-6491-DAA0-B16C-8036B63E3D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1144" y="1826568"/>
            <a:ext cx="1521816" cy="148607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15AEF00-679B-0CAF-6A73-A51FD470E1B1}"/>
              </a:ext>
            </a:extLst>
          </p:cNvPr>
          <p:cNvGrpSpPr/>
          <p:nvPr/>
        </p:nvGrpSpPr>
        <p:grpSpPr>
          <a:xfrm>
            <a:off x="1707475" y="4912847"/>
            <a:ext cx="8777051" cy="346174"/>
            <a:chOff x="1707475" y="5576332"/>
            <a:chExt cx="8777051" cy="34617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42628CB-C342-5A67-0833-B21C0825C06A}"/>
                </a:ext>
              </a:extLst>
            </p:cNvPr>
            <p:cNvGrpSpPr/>
            <p:nvPr/>
          </p:nvGrpSpPr>
          <p:grpSpPr>
            <a:xfrm>
              <a:off x="1707475" y="5576332"/>
              <a:ext cx="8777051" cy="338554"/>
              <a:chOff x="2684847" y="5576332"/>
              <a:chExt cx="6858000" cy="338554"/>
            </a:xfrm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C9038C0C-371B-A0F0-C922-6E1255982CA0}"/>
                  </a:ext>
                </a:extLst>
              </p:cNvPr>
              <p:cNvSpPr/>
              <p:nvPr/>
            </p:nvSpPr>
            <p:spPr>
              <a:xfrm>
                <a:off x="2684847" y="5576332"/>
                <a:ext cx="6858000" cy="338554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DDDE2611-69EB-EED0-018F-A4BE6631412F}"/>
                  </a:ext>
                </a:extLst>
              </p:cNvPr>
              <p:cNvSpPr/>
              <p:nvPr/>
            </p:nvSpPr>
            <p:spPr>
              <a:xfrm>
                <a:off x="2684847" y="5576332"/>
                <a:ext cx="5654382" cy="338554"/>
              </a:xfrm>
              <a:prstGeom prst="roundRect">
                <a:avLst>
                  <a:gd name="adj" fmla="val 50000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03701EE-FF3A-8778-2E75-256E1C447FC3}"/>
                </a:ext>
              </a:extLst>
            </p:cNvPr>
            <p:cNvSpPr txBox="1"/>
            <p:nvPr/>
          </p:nvSpPr>
          <p:spPr>
            <a:xfrm>
              <a:off x="1843346" y="5583952"/>
              <a:ext cx="3422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0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E078E4C-D112-7108-5F9E-35FFC1EBBAFF}"/>
                </a:ext>
              </a:extLst>
            </p:cNvPr>
            <p:cNvSpPr txBox="1"/>
            <p:nvPr/>
          </p:nvSpPr>
          <p:spPr>
            <a:xfrm>
              <a:off x="5054923" y="5583952"/>
              <a:ext cx="211784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Level of </a:t>
              </a:r>
              <a:r>
                <a:rPr lang="en-US" sz="1600" b="1" dirty="0" err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Madurity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145" name="TextBox 3144">
              <a:extLst>
                <a:ext uri="{FF2B5EF4-FFF2-40B4-BE49-F238E27FC236}">
                  <a16:creationId xmlns:a16="http://schemas.microsoft.com/office/drawing/2014/main" id="{CD80A619-E3B1-7451-A92B-93C59D6AD03E}"/>
                </a:ext>
              </a:extLst>
            </p:cNvPr>
            <p:cNvSpPr txBox="1"/>
            <p:nvPr/>
          </p:nvSpPr>
          <p:spPr>
            <a:xfrm>
              <a:off x="10016062" y="5583952"/>
              <a:ext cx="3422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5</a:t>
              </a:r>
              <a:endParaRPr lang="en-US" sz="1600" b="1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3229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B9B6A-133A-2AAD-6573-8751CD43F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91" name="Straight Connector 3190">
            <a:extLst>
              <a:ext uri="{FF2B5EF4-FFF2-40B4-BE49-F238E27FC236}">
                <a16:creationId xmlns:a16="http://schemas.microsoft.com/office/drawing/2014/main" id="{F45555CA-F1C4-8B50-B4BE-B64414A47054}"/>
              </a:ext>
            </a:extLst>
          </p:cNvPr>
          <p:cNvCxnSpPr>
            <a:cxnSpLocks/>
          </p:cNvCxnSpPr>
          <p:nvPr/>
        </p:nvCxnSpPr>
        <p:spPr>
          <a:xfrm>
            <a:off x="6788151" y="3053327"/>
            <a:ext cx="143073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2" name="Straight Connector 3191">
            <a:extLst>
              <a:ext uri="{FF2B5EF4-FFF2-40B4-BE49-F238E27FC236}">
                <a16:creationId xmlns:a16="http://schemas.microsoft.com/office/drawing/2014/main" id="{C25A8BBE-91FF-D3D8-36CB-28C36CECB5C0}"/>
              </a:ext>
            </a:extLst>
          </p:cNvPr>
          <p:cNvCxnSpPr>
            <a:cxnSpLocks/>
          </p:cNvCxnSpPr>
          <p:nvPr/>
        </p:nvCxnSpPr>
        <p:spPr>
          <a:xfrm>
            <a:off x="5516364" y="3053327"/>
            <a:ext cx="143073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0" name="Straight Connector 3189">
            <a:extLst>
              <a:ext uri="{FF2B5EF4-FFF2-40B4-BE49-F238E27FC236}">
                <a16:creationId xmlns:a16="http://schemas.microsoft.com/office/drawing/2014/main" id="{91283618-0295-EC5B-36D6-EFC4AEDD8372}"/>
              </a:ext>
            </a:extLst>
          </p:cNvPr>
          <p:cNvCxnSpPr/>
          <p:nvPr/>
        </p:nvCxnSpPr>
        <p:spPr>
          <a:xfrm>
            <a:off x="6788151" y="1897627"/>
            <a:ext cx="143073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9" name="Straight Connector 3188">
            <a:extLst>
              <a:ext uri="{FF2B5EF4-FFF2-40B4-BE49-F238E27FC236}">
                <a16:creationId xmlns:a16="http://schemas.microsoft.com/office/drawing/2014/main" id="{5F9308AF-1AB7-9510-A5F7-FCE49F74DA23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5516364" y="1897627"/>
            <a:ext cx="143073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16BBB9-E59A-D12D-9930-75291553FF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8367" y="453946"/>
            <a:ext cx="4427318" cy="387883"/>
          </a:xfrm>
        </p:spPr>
        <p:txBody>
          <a:bodyPr lIns="91440" tIns="45720" rIns="91440" bIns="45720" anchor="t"/>
          <a:lstStyle/>
          <a:p>
            <a:r>
              <a:rPr lang="en-US">
                <a:solidFill>
                  <a:schemeClr val="tx2"/>
                </a:solidFill>
                <a:latin typeface="Poppins"/>
                <a:cs typeface="Poppins"/>
              </a:rPr>
              <a:t>Methodology</a:t>
            </a:r>
            <a:endParaRPr lang="en-US"/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7470C86-652D-FB98-5433-63385EFADEB1}"/>
              </a:ext>
            </a:extLst>
          </p:cNvPr>
          <p:cNvCxnSpPr>
            <a:cxnSpLocks/>
            <a:stCxn id="29" idx="3"/>
            <a:endCxn id="24" idx="2"/>
          </p:cNvCxnSpPr>
          <p:nvPr/>
        </p:nvCxnSpPr>
        <p:spPr>
          <a:xfrm flipV="1">
            <a:off x="8059936" y="2784136"/>
            <a:ext cx="3005321" cy="2840342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7DB8D2F-BD69-3AC2-B2EE-02019EBA784F}"/>
              </a:ext>
            </a:extLst>
          </p:cNvPr>
          <p:cNvCxnSpPr>
            <a:stCxn id="30" idx="3"/>
          </p:cNvCxnSpPr>
          <p:nvPr/>
        </p:nvCxnSpPr>
        <p:spPr>
          <a:xfrm flipV="1">
            <a:off x="8059938" y="5031961"/>
            <a:ext cx="3017520" cy="1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A1B8C71-DF41-4945-012F-D55656506FE8}"/>
              </a:ext>
            </a:extLst>
          </p:cNvPr>
          <p:cNvCxnSpPr/>
          <p:nvPr/>
        </p:nvCxnSpPr>
        <p:spPr>
          <a:xfrm flipV="1">
            <a:off x="8059938" y="4434267"/>
            <a:ext cx="3017520" cy="1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A141BECB-94AB-2EFE-0428-86B0E279BC58}"/>
              </a:ext>
            </a:extLst>
          </p:cNvPr>
          <p:cNvCxnSpPr>
            <a:cxnSpLocks/>
            <a:stCxn id="29" idx="1"/>
            <a:endCxn id="23" idx="2"/>
          </p:cNvCxnSpPr>
          <p:nvPr/>
        </p:nvCxnSpPr>
        <p:spPr>
          <a:xfrm rot="10800000">
            <a:off x="1194197" y="2784136"/>
            <a:ext cx="3193453" cy="2840342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69D0CCC-3BB3-5761-6141-46D966C37A75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1193898" y="5031961"/>
            <a:ext cx="3193752" cy="1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B7B65CC-0BD5-3C75-BCA2-8A826FDA772A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1193898" y="4434267"/>
            <a:ext cx="3193751" cy="5179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DD329C4-81FA-C64D-2794-BEBBC683650E}"/>
              </a:ext>
            </a:extLst>
          </p:cNvPr>
          <p:cNvCxnSpPr>
            <a:stCxn id="23" idx="3"/>
            <a:endCxn id="22" idx="1"/>
          </p:cNvCxnSpPr>
          <p:nvPr/>
        </p:nvCxnSpPr>
        <p:spPr>
          <a:xfrm>
            <a:off x="1758553" y="2481489"/>
            <a:ext cx="615553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E3271E8-77C7-4F5F-92CF-F45EA881D93F}"/>
              </a:ext>
            </a:extLst>
          </p:cNvPr>
          <p:cNvCxnSpPr>
            <a:cxnSpLocks/>
            <a:stCxn id="25" idx="3"/>
            <a:endCxn id="24" idx="1"/>
          </p:cNvCxnSpPr>
          <p:nvPr/>
        </p:nvCxnSpPr>
        <p:spPr>
          <a:xfrm>
            <a:off x="9863537" y="2481489"/>
            <a:ext cx="637363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8" name="Connector: Elbow 3137">
            <a:extLst>
              <a:ext uri="{FF2B5EF4-FFF2-40B4-BE49-F238E27FC236}">
                <a16:creationId xmlns:a16="http://schemas.microsoft.com/office/drawing/2014/main" id="{F1F52BA2-52FD-AB0B-9613-972B582C1265}"/>
              </a:ext>
            </a:extLst>
          </p:cNvPr>
          <p:cNvCxnSpPr>
            <a:cxnSpLocks/>
            <a:stCxn id="22" idx="0"/>
          </p:cNvCxnSpPr>
          <p:nvPr/>
        </p:nvCxnSpPr>
        <p:spPr>
          <a:xfrm rot="5400000" flipH="1" flipV="1">
            <a:off x="3361351" y="1474740"/>
            <a:ext cx="281215" cy="1126990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0" name="Connector: Elbow 3139">
            <a:extLst>
              <a:ext uri="{FF2B5EF4-FFF2-40B4-BE49-F238E27FC236}">
                <a16:creationId xmlns:a16="http://schemas.microsoft.com/office/drawing/2014/main" id="{53B3E335-FCC0-E3D5-9B1F-719BD208064F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8361163" y="2784136"/>
            <a:ext cx="938017" cy="269191"/>
          </a:xfrm>
          <a:prstGeom prst="bentConnector2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3" name="Connector: Elbow 3142">
            <a:extLst>
              <a:ext uri="{FF2B5EF4-FFF2-40B4-BE49-F238E27FC236}">
                <a16:creationId xmlns:a16="http://schemas.microsoft.com/office/drawing/2014/main" id="{35948135-B998-E61B-272B-B02A276D0E1A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5400000">
            <a:off x="5948591" y="1203690"/>
            <a:ext cx="550406" cy="2543574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0" name="Straight Arrow Connector 3149">
            <a:extLst>
              <a:ext uri="{FF2B5EF4-FFF2-40B4-BE49-F238E27FC236}">
                <a16:creationId xmlns:a16="http://schemas.microsoft.com/office/drawing/2014/main" id="{851FCA7C-CBAA-E6F1-1115-BDD6DCFB031B}"/>
              </a:ext>
            </a:extLst>
          </p:cNvPr>
          <p:cNvCxnSpPr>
            <a:cxnSpLocks/>
          </p:cNvCxnSpPr>
          <p:nvPr/>
        </p:nvCxnSpPr>
        <p:spPr>
          <a:xfrm flipH="1">
            <a:off x="5851678" y="1407252"/>
            <a:ext cx="59737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1" name="Straight Arrow Connector 3150">
            <a:extLst>
              <a:ext uri="{FF2B5EF4-FFF2-40B4-BE49-F238E27FC236}">
                <a16:creationId xmlns:a16="http://schemas.microsoft.com/office/drawing/2014/main" id="{5823B295-A7D0-2135-5E43-542C23FD1EB5}"/>
              </a:ext>
            </a:extLst>
          </p:cNvPr>
          <p:cNvCxnSpPr>
            <a:cxnSpLocks/>
          </p:cNvCxnSpPr>
          <p:nvPr/>
        </p:nvCxnSpPr>
        <p:spPr>
          <a:xfrm flipH="1">
            <a:off x="6708220" y="1407252"/>
            <a:ext cx="59737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7" name="Straight Arrow Connector 3156">
            <a:extLst>
              <a:ext uri="{FF2B5EF4-FFF2-40B4-BE49-F238E27FC236}">
                <a16:creationId xmlns:a16="http://schemas.microsoft.com/office/drawing/2014/main" id="{17770D3E-D603-B815-E9D5-786579206C7A}"/>
              </a:ext>
            </a:extLst>
          </p:cNvPr>
          <p:cNvCxnSpPr>
            <a:cxnSpLocks/>
          </p:cNvCxnSpPr>
          <p:nvPr/>
        </p:nvCxnSpPr>
        <p:spPr>
          <a:xfrm flipV="1">
            <a:off x="8223646" y="1755028"/>
            <a:ext cx="0" cy="59769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0" name="Straight Arrow Connector 3159">
            <a:extLst>
              <a:ext uri="{FF2B5EF4-FFF2-40B4-BE49-F238E27FC236}">
                <a16:creationId xmlns:a16="http://schemas.microsoft.com/office/drawing/2014/main" id="{1E0EB3D6-F457-9A45-B23D-30F995159FDD}"/>
              </a:ext>
            </a:extLst>
          </p:cNvPr>
          <p:cNvCxnSpPr>
            <a:cxnSpLocks/>
          </p:cNvCxnSpPr>
          <p:nvPr/>
        </p:nvCxnSpPr>
        <p:spPr>
          <a:xfrm flipV="1">
            <a:off x="8223646" y="2512770"/>
            <a:ext cx="0" cy="59769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9" name="Connector: Elbow 3168">
            <a:extLst>
              <a:ext uri="{FF2B5EF4-FFF2-40B4-BE49-F238E27FC236}">
                <a16:creationId xmlns:a16="http://schemas.microsoft.com/office/drawing/2014/main" id="{9D75FA7F-1812-363D-5FA8-A0723AEA74FD}"/>
              </a:ext>
            </a:extLst>
          </p:cNvPr>
          <p:cNvCxnSpPr>
            <a:cxnSpLocks/>
          </p:cNvCxnSpPr>
          <p:nvPr/>
        </p:nvCxnSpPr>
        <p:spPr>
          <a:xfrm flipV="1">
            <a:off x="7696199" y="3270511"/>
            <a:ext cx="521494" cy="302124"/>
          </a:xfrm>
          <a:prstGeom prst="bentConnector3">
            <a:avLst>
              <a:gd name="adj1" fmla="val 100228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3" name="Connector: Elbow 3172">
            <a:extLst>
              <a:ext uri="{FF2B5EF4-FFF2-40B4-BE49-F238E27FC236}">
                <a16:creationId xmlns:a16="http://schemas.microsoft.com/office/drawing/2014/main" id="{366FB277-6DFA-F942-1B29-274378308ADD}"/>
              </a:ext>
            </a:extLst>
          </p:cNvPr>
          <p:cNvCxnSpPr>
            <a:cxnSpLocks/>
          </p:cNvCxnSpPr>
          <p:nvPr/>
        </p:nvCxnSpPr>
        <p:spPr>
          <a:xfrm rot="10800000">
            <a:off x="7564760" y="1411772"/>
            <a:ext cx="671984" cy="183208"/>
          </a:xfrm>
          <a:prstGeom prst="bentConnector3">
            <a:avLst>
              <a:gd name="adj1" fmla="val 2161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4" name="Straight Arrow Connector 3173">
            <a:extLst>
              <a:ext uri="{FF2B5EF4-FFF2-40B4-BE49-F238E27FC236}">
                <a16:creationId xmlns:a16="http://schemas.microsoft.com/office/drawing/2014/main" id="{50FEE08E-07D6-3F29-1163-8BE4C735FFA5}"/>
              </a:ext>
            </a:extLst>
          </p:cNvPr>
          <p:cNvCxnSpPr>
            <a:cxnSpLocks/>
          </p:cNvCxnSpPr>
          <p:nvPr/>
        </p:nvCxnSpPr>
        <p:spPr>
          <a:xfrm flipH="1">
            <a:off x="4995136" y="1407252"/>
            <a:ext cx="59737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9" name="Straight Arrow Connector 3178">
            <a:extLst>
              <a:ext uri="{FF2B5EF4-FFF2-40B4-BE49-F238E27FC236}">
                <a16:creationId xmlns:a16="http://schemas.microsoft.com/office/drawing/2014/main" id="{3FA98730-8693-F3CC-EB20-49B85876033C}"/>
              </a:ext>
            </a:extLst>
          </p:cNvPr>
          <p:cNvCxnSpPr>
            <a:cxnSpLocks/>
          </p:cNvCxnSpPr>
          <p:nvPr/>
        </p:nvCxnSpPr>
        <p:spPr>
          <a:xfrm>
            <a:off x="6829882" y="3572635"/>
            <a:ext cx="636487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6BB1084-FFE7-B965-B4B7-BA5BEC209B7A}"/>
              </a:ext>
            </a:extLst>
          </p:cNvPr>
          <p:cNvSpPr txBox="1"/>
          <p:nvPr/>
        </p:nvSpPr>
        <p:spPr>
          <a:xfrm>
            <a:off x="4387650" y="1594980"/>
            <a:ext cx="1128714" cy="6052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Sprint Planning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1F18DF-7E23-CAE1-0A26-C264BEBCBE63}"/>
              </a:ext>
            </a:extLst>
          </p:cNvPr>
          <p:cNvSpPr txBox="1"/>
          <p:nvPr/>
        </p:nvSpPr>
        <p:spPr>
          <a:xfrm>
            <a:off x="5659437" y="1594980"/>
            <a:ext cx="1128714" cy="6052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Modeling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3A1166-A949-5DBB-6F9A-09F333DC66A7}"/>
              </a:ext>
            </a:extLst>
          </p:cNvPr>
          <p:cNvSpPr txBox="1"/>
          <p:nvPr/>
        </p:nvSpPr>
        <p:spPr>
          <a:xfrm>
            <a:off x="6931224" y="1594980"/>
            <a:ext cx="1128714" cy="6052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Coding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9138C4-5BEF-5618-9481-9DED09ABDB79}"/>
              </a:ext>
            </a:extLst>
          </p:cNvPr>
          <p:cNvSpPr txBox="1"/>
          <p:nvPr/>
        </p:nvSpPr>
        <p:spPr>
          <a:xfrm>
            <a:off x="4387650" y="2750680"/>
            <a:ext cx="1128714" cy="6052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Test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B7BC5A-12CB-2384-9D8D-B4481AE72BA7}"/>
              </a:ext>
            </a:extLst>
          </p:cNvPr>
          <p:cNvSpPr txBox="1"/>
          <p:nvPr/>
        </p:nvSpPr>
        <p:spPr>
          <a:xfrm>
            <a:off x="5659437" y="2750680"/>
            <a:ext cx="1128714" cy="6052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Sprint Review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205CE7-C444-2FD7-5BC1-A704B817D7DD}"/>
              </a:ext>
            </a:extLst>
          </p:cNvPr>
          <p:cNvSpPr txBox="1"/>
          <p:nvPr/>
        </p:nvSpPr>
        <p:spPr>
          <a:xfrm>
            <a:off x="6931224" y="2750680"/>
            <a:ext cx="1128714" cy="6052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Sprint Retrospective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5BE92E-3FC0-823C-B0E1-3BC870C1FEAF}"/>
              </a:ext>
            </a:extLst>
          </p:cNvPr>
          <p:cNvSpPr txBox="1"/>
          <p:nvPr/>
        </p:nvSpPr>
        <p:spPr>
          <a:xfrm>
            <a:off x="2374106" y="2178842"/>
            <a:ext cx="1128714" cy="6052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Product Planning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8449ED-266E-1E50-3527-B35920587AD6}"/>
              </a:ext>
            </a:extLst>
          </p:cNvPr>
          <p:cNvSpPr txBox="1"/>
          <p:nvPr/>
        </p:nvSpPr>
        <p:spPr>
          <a:xfrm>
            <a:off x="629839" y="2178842"/>
            <a:ext cx="1128714" cy="6052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Kick Off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923EED-5816-9CCB-EC7A-492EB134446F}"/>
              </a:ext>
            </a:extLst>
          </p:cNvPr>
          <p:cNvSpPr txBox="1"/>
          <p:nvPr/>
        </p:nvSpPr>
        <p:spPr>
          <a:xfrm>
            <a:off x="10500900" y="2178842"/>
            <a:ext cx="1128714" cy="6052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End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13C7F9-2871-9588-F334-290F178353E2}"/>
              </a:ext>
            </a:extLst>
          </p:cNvPr>
          <p:cNvSpPr txBox="1"/>
          <p:nvPr/>
        </p:nvSpPr>
        <p:spPr>
          <a:xfrm>
            <a:off x="8734823" y="2178842"/>
            <a:ext cx="1128714" cy="6052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Deploy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82FC34-21BC-8271-6FCE-2B45FD89AEC3}"/>
              </a:ext>
            </a:extLst>
          </p:cNvPr>
          <p:cNvSpPr txBox="1"/>
          <p:nvPr/>
        </p:nvSpPr>
        <p:spPr>
          <a:xfrm>
            <a:off x="4387649" y="4189414"/>
            <a:ext cx="1789313" cy="5000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Monitoring and Control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453656-D4B9-1C1C-24AC-387EC9FCFB84}"/>
              </a:ext>
            </a:extLst>
          </p:cNvPr>
          <p:cNvSpPr txBox="1"/>
          <p:nvPr/>
        </p:nvSpPr>
        <p:spPr>
          <a:xfrm>
            <a:off x="4387649" y="5374446"/>
            <a:ext cx="3672287" cy="5000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Integrated Management System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19CBC4-C889-38A2-4B34-ADE67AD96A4C}"/>
              </a:ext>
            </a:extLst>
          </p:cNvPr>
          <p:cNvSpPr txBox="1"/>
          <p:nvPr/>
        </p:nvSpPr>
        <p:spPr>
          <a:xfrm>
            <a:off x="4387650" y="4781930"/>
            <a:ext cx="3672288" cy="5000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Peer Review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A621C4-A67A-C638-1024-E2D8502EE6C2}"/>
              </a:ext>
            </a:extLst>
          </p:cNvPr>
          <p:cNvSpPr txBox="1"/>
          <p:nvPr/>
        </p:nvSpPr>
        <p:spPr>
          <a:xfrm>
            <a:off x="6270623" y="4189414"/>
            <a:ext cx="1789313" cy="5000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sz="1050" dirty="0">
                <a:latin typeface="Poppins" panose="00000500000000000000" pitchFamily="2" charset="0"/>
                <a:cs typeface="Poppins" panose="00000500000000000000" pitchFamily="2" charset="0"/>
              </a:rPr>
              <a:t>Change Request</a:t>
            </a:r>
          </a:p>
        </p:txBody>
      </p:sp>
      <p:cxnSp>
        <p:nvCxnSpPr>
          <p:cNvPr id="3186" name="Straight Arrow Connector 3185">
            <a:extLst>
              <a:ext uri="{FF2B5EF4-FFF2-40B4-BE49-F238E27FC236}">
                <a16:creationId xmlns:a16="http://schemas.microsoft.com/office/drawing/2014/main" id="{2916DCCB-4810-CAF7-9BA6-9BEA30E0CC50}"/>
              </a:ext>
            </a:extLst>
          </p:cNvPr>
          <p:cNvCxnSpPr>
            <a:cxnSpLocks/>
          </p:cNvCxnSpPr>
          <p:nvPr/>
        </p:nvCxnSpPr>
        <p:spPr>
          <a:xfrm>
            <a:off x="5963563" y="3572635"/>
            <a:ext cx="636487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7" name="Straight Arrow Connector 3186">
            <a:extLst>
              <a:ext uri="{FF2B5EF4-FFF2-40B4-BE49-F238E27FC236}">
                <a16:creationId xmlns:a16="http://schemas.microsoft.com/office/drawing/2014/main" id="{05ADA6C5-5E4C-C027-43FE-E191875F440F}"/>
              </a:ext>
            </a:extLst>
          </p:cNvPr>
          <p:cNvCxnSpPr>
            <a:cxnSpLocks/>
          </p:cNvCxnSpPr>
          <p:nvPr/>
        </p:nvCxnSpPr>
        <p:spPr>
          <a:xfrm>
            <a:off x="5097244" y="3572635"/>
            <a:ext cx="636487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18" name="Group 2117">
            <a:extLst>
              <a:ext uri="{FF2B5EF4-FFF2-40B4-BE49-F238E27FC236}">
                <a16:creationId xmlns:a16="http://schemas.microsoft.com/office/drawing/2014/main" id="{3C018B5F-2176-8991-28DC-08F512D9A3A3}"/>
              </a:ext>
            </a:extLst>
          </p:cNvPr>
          <p:cNvGrpSpPr/>
          <p:nvPr/>
        </p:nvGrpSpPr>
        <p:grpSpPr>
          <a:xfrm>
            <a:off x="8545588" y="499623"/>
            <a:ext cx="2935739" cy="387883"/>
            <a:chOff x="8475822" y="342153"/>
            <a:chExt cx="2935739" cy="387883"/>
          </a:xfrm>
        </p:grpSpPr>
        <p:pic>
          <p:nvPicPr>
            <p:cNvPr id="2119" name="Picture 2118" descr="A blue and orange logo&#10;&#10;AI-generated content may be incorrect.">
              <a:extLst>
                <a:ext uri="{FF2B5EF4-FFF2-40B4-BE49-F238E27FC236}">
                  <a16:creationId xmlns:a16="http://schemas.microsoft.com/office/drawing/2014/main" id="{B62AC210-B6D0-0307-ECE5-DD00A828E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77404" y="342153"/>
              <a:ext cx="834157" cy="387883"/>
            </a:xfrm>
            <a:prstGeom prst="rect">
              <a:avLst/>
            </a:prstGeom>
          </p:spPr>
        </p:pic>
        <p:sp>
          <p:nvSpPr>
            <p:cNvPr id="2120" name="TextBox 2119">
              <a:extLst>
                <a:ext uri="{FF2B5EF4-FFF2-40B4-BE49-F238E27FC236}">
                  <a16:creationId xmlns:a16="http://schemas.microsoft.com/office/drawing/2014/main" id="{3FBB5F11-7536-6714-192D-9FCF741248FA}"/>
                </a:ext>
              </a:extLst>
            </p:cNvPr>
            <p:cNvSpPr txBox="1"/>
            <p:nvPr/>
          </p:nvSpPr>
          <p:spPr>
            <a:xfrm>
              <a:off x="10231575" y="351428"/>
              <a:ext cx="39911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latin typeface="Poppins" panose="00000500000000000000" pitchFamily="2" charset="0"/>
                  <a:cs typeface="Poppins" panose="00000500000000000000" pitchFamily="2" charset="0"/>
                </a:rPr>
                <a:t>+</a:t>
              </a:r>
              <a:endParaRPr lang="en-US" dirty="0"/>
            </a:p>
          </p:txBody>
        </p:sp>
        <p:pic>
          <p:nvPicPr>
            <p:cNvPr id="2121" name="Graphic 2120">
              <a:extLst>
                <a:ext uri="{FF2B5EF4-FFF2-40B4-BE49-F238E27FC236}">
                  <a16:creationId xmlns:a16="http://schemas.microsoft.com/office/drawing/2014/main" id="{48F0041B-2E0E-5AED-7E66-1EBC26AFE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75822" y="354335"/>
              <a:ext cx="1813123" cy="354688"/>
            </a:xfrm>
            <a:prstGeom prst="rect">
              <a:avLst/>
            </a:prstGeom>
          </p:spPr>
        </p:pic>
      </p:grpSp>
      <p:cxnSp>
        <p:nvCxnSpPr>
          <p:cNvPr id="2131" name="Straight Arrow Connector 2130">
            <a:extLst>
              <a:ext uri="{FF2B5EF4-FFF2-40B4-BE49-F238E27FC236}">
                <a16:creationId xmlns:a16="http://schemas.microsoft.com/office/drawing/2014/main" id="{58218B0C-1D2B-5CCD-B1F3-833350D14F7D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08526" y="2631685"/>
            <a:ext cx="0" cy="59769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2" name="Straight Arrow Connector 2131">
            <a:extLst>
              <a:ext uri="{FF2B5EF4-FFF2-40B4-BE49-F238E27FC236}">
                <a16:creationId xmlns:a16="http://schemas.microsoft.com/office/drawing/2014/main" id="{25EA941D-2DBD-EB62-56EE-41A5F188ACCB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08526" y="1873943"/>
            <a:ext cx="0" cy="59769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3" name="Connector: Elbow 2132">
            <a:extLst>
              <a:ext uri="{FF2B5EF4-FFF2-40B4-BE49-F238E27FC236}">
                <a16:creationId xmlns:a16="http://schemas.microsoft.com/office/drawing/2014/main" id="{6BFC816E-BB85-6908-09A4-B80547B439E5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14479" y="1411772"/>
            <a:ext cx="521494" cy="302124"/>
          </a:xfrm>
          <a:prstGeom prst="bentConnector3">
            <a:avLst>
              <a:gd name="adj1" fmla="val 100228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4" name="Connector: Elbow 2133">
            <a:extLst>
              <a:ext uri="{FF2B5EF4-FFF2-40B4-BE49-F238E27FC236}">
                <a16:creationId xmlns:a16="http://schemas.microsoft.com/office/drawing/2014/main" id="{98BFC3A0-CC38-74AD-5083-5F0AC164AF3E}"/>
              </a:ext>
            </a:extLst>
          </p:cNvPr>
          <p:cNvCxnSpPr>
            <a:cxnSpLocks/>
          </p:cNvCxnSpPr>
          <p:nvPr/>
        </p:nvCxnSpPr>
        <p:spPr>
          <a:xfrm>
            <a:off x="4195428" y="3389427"/>
            <a:ext cx="671984" cy="183208"/>
          </a:xfrm>
          <a:prstGeom prst="bentConnector3">
            <a:avLst>
              <a:gd name="adj1" fmla="val 2161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371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74672-E4D5-0280-18C7-9C840DC24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089286-1DD7-2F91-30EE-6AD98BB98EB2}"/>
              </a:ext>
            </a:extLst>
          </p:cNvPr>
          <p:cNvSpPr/>
          <p:nvPr/>
        </p:nvSpPr>
        <p:spPr>
          <a:xfrm>
            <a:off x="1347681" y="1354194"/>
            <a:ext cx="4207312" cy="922668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6F1F63-DEC6-5030-309C-68CE67C78D7D}"/>
              </a:ext>
            </a:extLst>
          </p:cNvPr>
          <p:cNvSpPr/>
          <p:nvPr/>
        </p:nvSpPr>
        <p:spPr>
          <a:xfrm>
            <a:off x="1347681" y="2465428"/>
            <a:ext cx="4207312" cy="1211791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CC24D2-DB64-DE12-EBD8-0B5217E3C8BF}"/>
              </a:ext>
            </a:extLst>
          </p:cNvPr>
          <p:cNvSpPr/>
          <p:nvPr/>
        </p:nvSpPr>
        <p:spPr>
          <a:xfrm>
            <a:off x="1347680" y="3865784"/>
            <a:ext cx="4207313" cy="1871753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9DEC45-4F5B-E312-E6D8-B228F8AB0311}"/>
              </a:ext>
            </a:extLst>
          </p:cNvPr>
          <p:cNvSpPr/>
          <p:nvPr/>
        </p:nvSpPr>
        <p:spPr>
          <a:xfrm>
            <a:off x="6756346" y="1304988"/>
            <a:ext cx="5028971" cy="3307818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A95689A-7AEB-402D-F3C3-7D16EBE108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8367" y="453946"/>
            <a:ext cx="4427318" cy="387883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Technologies</a:t>
            </a:r>
          </a:p>
        </p:txBody>
      </p:sp>
      <p:pic>
        <p:nvPicPr>
          <p:cNvPr id="2132" name="Picture 4" descr="Oracle Database : Fujitsu EMEIA">
            <a:extLst>
              <a:ext uri="{FF2B5EF4-FFF2-40B4-BE49-F238E27FC236}">
                <a16:creationId xmlns:a16="http://schemas.microsoft.com/office/drawing/2014/main" id="{7730CC9A-DB69-7F86-C88D-4A5812969D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48" t="20357" r="15776" b="20357"/>
          <a:stretch>
            <a:fillRect/>
          </a:stretch>
        </p:blipFill>
        <p:spPr bwMode="auto">
          <a:xfrm>
            <a:off x="2415191" y="5319610"/>
            <a:ext cx="705098" cy="243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00D90011-B345-DFE2-9F2C-56A28963E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03321" y="1528942"/>
            <a:ext cx="707707" cy="22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Oracle Database : Fujitsu EMEIA">
            <a:extLst>
              <a:ext uri="{FF2B5EF4-FFF2-40B4-BE49-F238E27FC236}">
                <a16:creationId xmlns:a16="http://schemas.microsoft.com/office/drawing/2014/main" id="{8CCB2A70-AC51-6A1B-666F-ABDAF1956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48" t="20357" r="15776" b="20357"/>
          <a:stretch>
            <a:fillRect/>
          </a:stretch>
        </p:blipFill>
        <p:spPr bwMode="auto">
          <a:xfrm>
            <a:off x="1518188" y="1527973"/>
            <a:ext cx="719639" cy="24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Enterprise Architect Corporate Edition">
            <a:extLst>
              <a:ext uri="{FF2B5EF4-FFF2-40B4-BE49-F238E27FC236}">
                <a16:creationId xmlns:a16="http://schemas.microsoft.com/office/drawing/2014/main" id="{F2E9B1CF-C267-B230-CF09-F899CC91CC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833" t="33161" r="4833" b="33676"/>
          <a:stretch>
            <a:fillRect/>
          </a:stretch>
        </p:blipFill>
        <p:spPr bwMode="auto">
          <a:xfrm>
            <a:off x="2390622" y="1513666"/>
            <a:ext cx="937678" cy="258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What Is Microsoft SQL Server? [2025 Overview]">
            <a:extLst>
              <a:ext uri="{FF2B5EF4-FFF2-40B4-BE49-F238E27FC236}">
                <a16:creationId xmlns:a16="http://schemas.microsoft.com/office/drawing/2014/main" id="{96B9E729-2FDE-49D4-6E76-ABA7C922E5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756" r="2281" b="4799"/>
          <a:stretch>
            <a:fillRect/>
          </a:stretch>
        </p:blipFill>
        <p:spPr bwMode="auto">
          <a:xfrm>
            <a:off x="4386048" y="1513666"/>
            <a:ext cx="1020856" cy="258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C738B223-37A2-13FF-ABDC-54F602691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99146" y="1916862"/>
            <a:ext cx="726647" cy="20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Axure RP - QBS Software - French">
            <a:extLst>
              <a:ext uri="{FF2B5EF4-FFF2-40B4-BE49-F238E27FC236}">
                <a16:creationId xmlns:a16="http://schemas.microsoft.com/office/drawing/2014/main" id="{511578C9-C092-0047-A0D9-5F0105CFE2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64" t="41855" r="3164" b="41855"/>
          <a:stretch>
            <a:fillRect/>
          </a:stretch>
        </p:blipFill>
        <p:spPr bwMode="auto">
          <a:xfrm>
            <a:off x="2443545" y="1950177"/>
            <a:ext cx="932564" cy="162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Draw.io - Crunchbase Company Profile &amp; Funding">
            <a:extLst>
              <a:ext uri="{FF2B5EF4-FFF2-40B4-BE49-F238E27FC236}">
                <a16:creationId xmlns:a16="http://schemas.microsoft.com/office/drawing/2014/main" id="{77549B2D-F0A6-63F7-E756-DF14EDB037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563" b="36563"/>
          <a:stretch>
            <a:fillRect/>
          </a:stretch>
        </p:blipFill>
        <p:spPr bwMode="auto">
          <a:xfrm>
            <a:off x="3593861" y="1923630"/>
            <a:ext cx="694705" cy="186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MindManager (1 year subscription) - Thriiver">
            <a:extLst>
              <a:ext uri="{FF2B5EF4-FFF2-40B4-BE49-F238E27FC236}">
                <a16:creationId xmlns:a16="http://schemas.microsoft.com/office/drawing/2014/main" id="{3A96D98E-C748-3674-CBB6-B9657FBDD6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9056" b="37843"/>
          <a:stretch>
            <a:fillRect/>
          </a:stretch>
        </p:blipFill>
        <p:spPr bwMode="auto">
          <a:xfrm>
            <a:off x="4506318" y="1927702"/>
            <a:ext cx="900586" cy="17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6" name="Picture 10">
            <a:extLst>
              <a:ext uri="{FF2B5EF4-FFF2-40B4-BE49-F238E27FC236}">
                <a16:creationId xmlns:a16="http://schemas.microsoft.com/office/drawing/2014/main" id="{592DB929-35F3-F2E3-5157-8B6CAFCBE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27400" y="2584169"/>
            <a:ext cx="726647" cy="20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>
            <a:extLst>
              <a:ext uri="{FF2B5EF4-FFF2-40B4-BE49-F238E27FC236}">
                <a16:creationId xmlns:a16="http://schemas.microsoft.com/office/drawing/2014/main" id="{7ED47728-1D1D-8BE7-B29C-022870BE3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99147" y="2623965"/>
            <a:ext cx="702424" cy="177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docker - Perfect Media Server">
            <a:extLst>
              <a:ext uri="{FF2B5EF4-FFF2-40B4-BE49-F238E27FC236}">
                <a16:creationId xmlns:a16="http://schemas.microsoft.com/office/drawing/2014/main" id="{C9791AAE-B490-8A4D-2F7E-EC122E1A8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50139" y="2592060"/>
            <a:ext cx="828693" cy="213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 descr="AWS Marketplace: Postman">
            <a:extLst>
              <a:ext uri="{FF2B5EF4-FFF2-40B4-BE49-F238E27FC236}">
                <a16:creationId xmlns:a16="http://schemas.microsoft.com/office/drawing/2014/main" id="{E8CEC69E-504F-D548-CD2F-078C1DB51C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331" t="30981" r="8331" b="30981"/>
          <a:stretch>
            <a:fillRect/>
          </a:stretch>
        </p:blipFill>
        <p:spPr bwMode="auto">
          <a:xfrm>
            <a:off x="4502615" y="2584812"/>
            <a:ext cx="904289" cy="27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9" name="Picture 2138" descr="A logo of a company&#10;&#10;AI-generated content may be incorrect.">
            <a:extLst>
              <a:ext uri="{FF2B5EF4-FFF2-40B4-BE49-F238E27FC236}">
                <a16:creationId xmlns:a16="http://schemas.microsoft.com/office/drawing/2014/main" id="{F03713B6-BE6E-2DB4-58B4-EA7C72DD2C0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47" t="19003" r="3747" b="18133"/>
          <a:stretch>
            <a:fillRect/>
          </a:stretch>
        </p:blipFill>
        <p:spPr>
          <a:xfrm>
            <a:off x="1503402" y="2958897"/>
            <a:ext cx="541392" cy="229941"/>
          </a:xfrm>
          <a:prstGeom prst="rect">
            <a:avLst/>
          </a:prstGeom>
        </p:spPr>
      </p:pic>
      <p:pic>
        <p:nvPicPr>
          <p:cNvPr id="3098" name="Picture 26" descr="Kubernetes Logo, symbol, meaning, history, PNG, brand">
            <a:extLst>
              <a:ext uri="{FF2B5EF4-FFF2-40B4-BE49-F238E27FC236}">
                <a16:creationId xmlns:a16="http://schemas.microsoft.com/office/drawing/2014/main" id="{383790E6-56C1-BA33-C280-FB8F972153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3604" b="33604"/>
          <a:stretch>
            <a:fillRect/>
          </a:stretch>
        </p:blipFill>
        <p:spPr bwMode="auto">
          <a:xfrm>
            <a:off x="2307747" y="2961082"/>
            <a:ext cx="1222925" cy="225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0" name="Picture 28" descr="soapUI: A Comprehensive Tool for Testing and Validating SOAP and REST APIs">
            <a:extLst>
              <a:ext uri="{FF2B5EF4-FFF2-40B4-BE49-F238E27FC236}">
                <a16:creationId xmlns:a16="http://schemas.microsoft.com/office/drawing/2014/main" id="{838E258D-F722-359B-91C1-DAA0BDD3A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93625" y="2935685"/>
            <a:ext cx="898182" cy="27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2" name="Picture 30">
            <a:extLst>
              <a:ext uri="{FF2B5EF4-FFF2-40B4-BE49-F238E27FC236}">
                <a16:creationId xmlns:a16="http://schemas.microsoft.com/office/drawing/2014/main" id="{B91E10B7-5D82-8970-306B-BC05D8F40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4759" y="2938393"/>
            <a:ext cx="452145" cy="27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2" name="Graphic 2141">
            <a:extLst>
              <a:ext uri="{FF2B5EF4-FFF2-40B4-BE49-F238E27FC236}">
                <a16:creationId xmlns:a16="http://schemas.microsoft.com/office/drawing/2014/main" id="{811B5248-3354-C3A1-37A3-8AA343DC4E0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498561" y="3324866"/>
            <a:ext cx="807188" cy="259677"/>
          </a:xfrm>
          <a:prstGeom prst="rect">
            <a:avLst/>
          </a:prstGeom>
        </p:spPr>
      </p:pic>
      <p:pic>
        <p:nvPicPr>
          <p:cNvPr id="3106" name="Picture 34" descr="swagger-banner - PandwaRF">
            <a:extLst>
              <a:ext uri="{FF2B5EF4-FFF2-40B4-BE49-F238E27FC236}">
                <a16:creationId xmlns:a16="http://schemas.microsoft.com/office/drawing/2014/main" id="{D343AE8C-BE61-EDC1-FE9F-3FB7F088F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30788" y="3316631"/>
            <a:ext cx="871432" cy="243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8" name="Picture 36">
            <a:extLst>
              <a:ext uri="{FF2B5EF4-FFF2-40B4-BE49-F238E27FC236}">
                <a16:creationId xmlns:a16="http://schemas.microsoft.com/office/drawing/2014/main" id="{8900BAAA-2E68-A0D8-F38C-2AC79174D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27259" y="3334119"/>
            <a:ext cx="1379645" cy="21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2" name="Picture 40" descr="What is MySQL?">
            <a:extLst>
              <a:ext uri="{FF2B5EF4-FFF2-40B4-BE49-F238E27FC236}">
                <a16:creationId xmlns:a16="http://schemas.microsoft.com/office/drawing/2014/main" id="{341F2CBE-3572-D87B-3D46-DB91ABDA2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30002" y="3967629"/>
            <a:ext cx="731950" cy="31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8" name="Picture 2147" descr="A red and black logo&#10;&#10;AI-generated content may be incorrect.">
            <a:extLst>
              <a:ext uri="{FF2B5EF4-FFF2-40B4-BE49-F238E27FC236}">
                <a16:creationId xmlns:a16="http://schemas.microsoft.com/office/drawing/2014/main" id="{DE3DF182-21B3-0CA7-EF80-EDF1F342D65D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0" t="17440" r="2180" b="17440"/>
          <a:stretch>
            <a:fillRect/>
          </a:stretch>
        </p:blipFill>
        <p:spPr>
          <a:xfrm>
            <a:off x="3548409" y="3994581"/>
            <a:ext cx="1004059" cy="259788"/>
          </a:xfrm>
          <a:prstGeom prst="rect">
            <a:avLst/>
          </a:prstGeom>
        </p:spPr>
      </p:pic>
      <p:pic>
        <p:nvPicPr>
          <p:cNvPr id="3116" name="Picture 44" descr="Reinventing the Python Logo: Interview with a UI Designer | HackerNoon">
            <a:extLst>
              <a:ext uri="{FF2B5EF4-FFF2-40B4-BE49-F238E27FC236}">
                <a16:creationId xmlns:a16="http://schemas.microsoft.com/office/drawing/2014/main" id="{5A37A28B-7FE1-FB1A-C7C1-22487A30F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10448" y="4452239"/>
            <a:ext cx="933450" cy="27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8" name="Picture 46" descr="Power BI">
            <a:extLst>
              <a:ext uri="{FF2B5EF4-FFF2-40B4-BE49-F238E27FC236}">
                <a16:creationId xmlns:a16="http://schemas.microsoft.com/office/drawing/2014/main" id="{E47D991C-6A10-3298-12DF-D56656DDCF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525" t="26728" r="13525" b="27930"/>
          <a:stretch>
            <a:fillRect/>
          </a:stretch>
        </p:blipFill>
        <p:spPr bwMode="auto">
          <a:xfrm>
            <a:off x="2598966" y="4471469"/>
            <a:ext cx="784539" cy="190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0" name="Picture 48" descr="What Is BigQuery And How Do You Load Data Into It? - Seattle Data Guy">
            <a:extLst>
              <a:ext uri="{FF2B5EF4-FFF2-40B4-BE49-F238E27FC236}">
                <a16:creationId xmlns:a16="http://schemas.microsoft.com/office/drawing/2014/main" id="{800701DF-E531-550F-28F6-C1CBB4184E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17" t="21471" r="2417" b="19967"/>
          <a:stretch>
            <a:fillRect/>
          </a:stretch>
        </p:blipFill>
        <p:spPr bwMode="auto">
          <a:xfrm>
            <a:off x="4738925" y="4008867"/>
            <a:ext cx="667979" cy="231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9" name="Picture 8" descr="What Is Microsoft SQL Server? [2025 Overview]">
            <a:extLst>
              <a:ext uri="{FF2B5EF4-FFF2-40B4-BE49-F238E27FC236}">
                <a16:creationId xmlns:a16="http://schemas.microsoft.com/office/drawing/2014/main" id="{55DD89DE-A071-E37C-29B2-576BD8C43A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756" r="2281" b="4799"/>
          <a:stretch>
            <a:fillRect/>
          </a:stretch>
        </p:blipFill>
        <p:spPr bwMode="auto">
          <a:xfrm>
            <a:off x="4478215" y="4437652"/>
            <a:ext cx="933451" cy="236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4" name="Picture 52" descr="Qlik - Cloud Wars">
            <a:extLst>
              <a:ext uri="{FF2B5EF4-FFF2-40B4-BE49-F238E27FC236}">
                <a16:creationId xmlns:a16="http://schemas.microsoft.com/office/drawing/2014/main" id="{BBDB0D5D-DDB1-2B33-96FB-D4241D0C8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9500" y="4891571"/>
            <a:ext cx="667979" cy="195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6" name="Picture 54">
            <a:extLst>
              <a:ext uri="{FF2B5EF4-FFF2-40B4-BE49-F238E27FC236}">
                <a16:creationId xmlns:a16="http://schemas.microsoft.com/office/drawing/2014/main" id="{F2C760A1-A0ED-DDFE-F31D-E273FE685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81707" y="4894530"/>
            <a:ext cx="508193" cy="189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8" name="Picture 56">
            <a:extLst>
              <a:ext uri="{FF2B5EF4-FFF2-40B4-BE49-F238E27FC236}">
                <a16:creationId xmlns:a16="http://schemas.microsoft.com/office/drawing/2014/main" id="{39563AA2-1000-C8C6-3374-D9529B0D2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74128" y="4855381"/>
            <a:ext cx="1030445" cy="268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2" name="Picture 60" descr="Apache Spark - Unleashing Big Data Analytics with Cloudera's Expertise">
            <a:extLst>
              <a:ext uri="{FF2B5EF4-FFF2-40B4-BE49-F238E27FC236}">
                <a16:creationId xmlns:a16="http://schemas.microsoft.com/office/drawing/2014/main" id="{8D8CED90-E2DF-8853-85CC-3D8DE5528A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755" t="13468" r="22557" b="35312"/>
          <a:stretch>
            <a:fillRect/>
          </a:stretch>
        </p:blipFill>
        <p:spPr bwMode="auto">
          <a:xfrm>
            <a:off x="1533784" y="5266536"/>
            <a:ext cx="663695" cy="349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4" name="Picture 62" descr="What is Tableau?. Tableau is the Business Intelligence… | by Nilesh  Parashar | Medium">
            <a:extLst>
              <a:ext uri="{FF2B5EF4-FFF2-40B4-BE49-F238E27FC236}">
                <a16:creationId xmlns:a16="http://schemas.microsoft.com/office/drawing/2014/main" id="{294082A8-599C-22E5-CD7B-454DAEBC27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116" b="31116"/>
          <a:stretch>
            <a:fillRect/>
          </a:stretch>
        </p:blipFill>
        <p:spPr bwMode="auto">
          <a:xfrm>
            <a:off x="4367074" y="5330270"/>
            <a:ext cx="1045578" cy="222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62" name="Group 2161">
            <a:extLst>
              <a:ext uri="{FF2B5EF4-FFF2-40B4-BE49-F238E27FC236}">
                <a16:creationId xmlns:a16="http://schemas.microsoft.com/office/drawing/2014/main" id="{9E6D01D6-0E32-36E2-C2D2-1A9DE39D64E6}"/>
              </a:ext>
            </a:extLst>
          </p:cNvPr>
          <p:cNvGrpSpPr/>
          <p:nvPr/>
        </p:nvGrpSpPr>
        <p:grpSpPr>
          <a:xfrm>
            <a:off x="595515" y="2749477"/>
            <a:ext cx="536159" cy="629778"/>
            <a:chOff x="806795" y="2778747"/>
            <a:chExt cx="536159" cy="629778"/>
          </a:xfrm>
        </p:grpSpPr>
        <p:pic>
          <p:nvPicPr>
            <p:cNvPr id="2157" name="Graphic 2156" descr="Test tubes outline">
              <a:extLst>
                <a:ext uri="{FF2B5EF4-FFF2-40B4-BE49-F238E27FC236}">
                  <a16:creationId xmlns:a16="http://schemas.microsoft.com/office/drawing/2014/main" id="{BAEFC33D-AC8C-C6E9-7613-C857B5A50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916307" y="2778747"/>
              <a:ext cx="321608" cy="321608"/>
            </a:xfrm>
            <a:prstGeom prst="rect">
              <a:avLst/>
            </a:prstGeom>
          </p:spPr>
        </p:pic>
        <p:sp>
          <p:nvSpPr>
            <p:cNvPr id="2161" name="TextBox 2160">
              <a:extLst>
                <a:ext uri="{FF2B5EF4-FFF2-40B4-BE49-F238E27FC236}">
                  <a16:creationId xmlns:a16="http://schemas.microsoft.com/office/drawing/2014/main" id="{787D2F29-8672-A600-C159-0191B2D6BC36}"/>
                </a:ext>
              </a:extLst>
            </p:cNvPr>
            <p:cNvSpPr txBox="1"/>
            <p:nvPr/>
          </p:nvSpPr>
          <p:spPr>
            <a:xfrm>
              <a:off x="806795" y="3130244"/>
              <a:ext cx="536159" cy="27828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000" b="1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Go Live Lab</a:t>
              </a:r>
            </a:p>
          </p:txBody>
        </p:sp>
      </p:grpSp>
      <p:grpSp>
        <p:nvGrpSpPr>
          <p:cNvPr id="2163" name="Group 2162">
            <a:extLst>
              <a:ext uri="{FF2B5EF4-FFF2-40B4-BE49-F238E27FC236}">
                <a16:creationId xmlns:a16="http://schemas.microsoft.com/office/drawing/2014/main" id="{A3137056-5957-4F88-1BD0-1F30E8470AD5}"/>
              </a:ext>
            </a:extLst>
          </p:cNvPr>
          <p:cNvGrpSpPr/>
          <p:nvPr/>
        </p:nvGrpSpPr>
        <p:grpSpPr>
          <a:xfrm>
            <a:off x="465234" y="1493683"/>
            <a:ext cx="796722" cy="629778"/>
            <a:chOff x="676514" y="2778747"/>
            <a:chExt cx="796722" cy="629778"/>
          </a:xfrm>
        </p:grpSpPr>
        <p:pic>
          <p:nvPicPr>
            <p:cNvPr id="2164" name="Graphic 2163" descr="Test tubes outline">
              <a:extLst>
                <a:ext uri="{FF2B5EF4-FFF2-40B4-BE49-F238E27FC236}">
                  <a16:creationId xmlns:a16="http://schemas.microsoft.com/office/drawing/2014/main" id="{9BA88B52-F0BE-BB58-5658-F626ACAA8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916307" y="2778747"/>
              <a:ext cx="321608" cy="321608"/>
            </a:xfrm>
            <a:prstGeom prst="rect">
              <a:avLst/>
            </a:prstGeom>
          </p:spPr>
        </p:pic>
        <p:sp>
          <p:nvSpPr>
            <p:cNvPr id="2165" name="TextBox 2164">
              <a:extLst>
                <a:ext uri="{FF2B5EF4-FFF2-40B4-BE49-F238E27FC236}">
                  <a16:creationId xmlns:a16="http://schemas.microsoft.com/office/drawing/2014/main" id="{25722114-D64C-CF4A-CB22-108FFDD7E2A5}"/>
                </a:ext>
              </a:extLst>
            </p:cNvPr>
            <p:cNvSpPr txBox="1"/>
            <p:nvPr/>
          </p:nvSpPr>
          <p:spPr>
            <a:xfrm>
              <a:off x="676514" y="3130244"/>
              <a:ext cx="796722" cy="27828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0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Solution Design Lab</a:t>
              </a:r>
            </a:p>
          </p:txBody>
        </p:sp>
      </p:grpSp>
      <p:grpSp>
        <p:nvGrpSpPr>
          <p:cNvPr id="2166" name="Group 2165">
            <a:extLst>
              <a:ext uri="{FF2B5EF4-FFF2-40B4-BE49-F238E27FC236}">
                <a16:creationId xmlns:a16="http://schemas.microsoft.com/office/drawing/2014/main" id="{38F6EF0B-2FB4-3A09-008E-4058C78CDD17}"/>
              </a:ext>
            </a:extLst>
          </p:cNvPr>
          <p:cNvGrpSpPr/>
          <p:nvPr/>
        </p:nvGrpSpPr>
        <p:grpSpPr>
          <a:xfrm>
            <a:off x="595515" y="4479814"/>
            <a:ext cx="536159" cy="629778"/>
            <a:chOff x="806795" y="2778747"/>
            <a:chExt cx="536159" cy="629778"/>
          </a:xfrm>
        </p:grpSpPr>
        <p:pic>
          <p:nvPicPr>
            <p:cNvPr id="2167" name="Graphic 2166" descr="Test tubes outline">
              <a:extLst>
                <a:ext uri="{FF2B5EF4-FFF2-40B4-BE49-F238E27FC236}">
                  <a16:creationId xmlns:a16="http://schemas.microsoft.com/office/drawing/2014/main" id="{D4F3F913-7AD3-7D89-38F5-20FE38AC1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916307" y="2778747"/>
              <a:ext cx="321608" cy="321608"/>
            </a:xfrm>
            <a:prstGeom prst="rect">
              <a:avLst/>
            </a:prstGeom>
          </p:spPr>
        </p:pic>
        <p:sp>
          <p:nvSpPr>
            <p:cNvPr id="2168" name="TextBox 2167">
              <a:extLst>
                <a:ext uri="{FF2B5EF4-FFF2-40B4-BE49-F238E27FC236}">
                  <a16:creationId xmlns:a16="http://schemas.microsoft.com/office/drawing/2014/main" id="{FC9DC59E-5E4F-851F-801B-DD467AED647D}"/>
                </a:ext>
              </a:extLst>
            </p:cNvPr>
            <p:cNvSpPr txBox="1"/>
            <p:nvPr/>
          </p:nvSpPr>
          <p:spPr>
            <a:xfrm>
              <a:off x="806795" y="3130244"/>
              <a:ext cx="536159" cy="27828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000" b="1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Data Lab</a:t>
              </a:r>
            </a:p>
          </p:txBody>
        </p:sp>
      </p:grpSp>
      <p:grpSp>
        <p:nvGrpSpPr>
          <p:cNvPr id="2172" name="Group 2171">
            <a:extLst>
              <a:ext uri="{FF2B5EF4-FFF2-40B4-BE49-F238E27FC236}">
                <a16:creationId xmlns:a16="http://schemas.microsoft.com/office/drawing/2014/main" id="{ACFD7345-115E-2038-7563-B53A99FB180C}"/>
              </a:ext>
            </a:extLst>
          </p:cNvPr>
          <p:cNvGrpSpPr/>
          <p:nvPr/>
        </p:nvGrpSpPr>
        <p:grpSpPr>
          <a:xfrm>
            <a:off x="6008722" y="2637051"/>
            <a:ext cx="536159" cy="629778"/>
            <a:chOff x="806795" y="2778747"/>
            <a:chExt cx="536159" cy="629778"/>
          </a:xfrm>
        </p:grpSpPr>
        <p:pic>
          <p:nvPicPr>
            <p:cNvPr id="2173" name="Graphic 2172" descr="Test tubes outline">
              <a:extLst>
                <a:ext uri="{FF2B5EF4-FFF2-40B4-BE49-F238E27FC236}">
                  <a16:creationId xmlns:a16="http://schemas.microsoft.com/office/drawing/2014/main" id="{958C50E1-7932-54EA-E762-F5D19634C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916307" y="2778747"/>
              <a:ext cx="321608" cy="321608"/>
            </a:xfrm>
            <a:prstGeom prst="rect">
              <a:avLst/>
            </a:prstGeom>
          </p:spPr>
        </p:pic>
        <p:sp>
          <p:nvSpPr>
            <p:cNvPr id="2174" name="TextBox 2173">
              <a:extLst>
                <a:ext uri="{FF2B5EF4-FFF2-40B4-BE49-F238E27FC236}">
                  <a16:creationId xmlns:a16="http://schemas.microsoft.com/office/drawing/2014/main" id="{D66C07B8-83AE-8965-1574-E2F731FE3799}"/>
                </a:ext>
              </a:extLst>
            </p:cNvPr>
            <p:cNvSpPr txBox="1"/>
            <p:nvPr/>
          </p:nvSpPr>
          <p:spPr>
            <a:xfrm>
              <a:off x="806795" y="3130244"/>
              <a:ext cx="536159" cy="27828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000" b="1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Build Lab</a:t>
              </a:r>
            </a:p>
          </p:txBody>
        </p:sp>
      </p:grpSp>
      <p:grpSp>
        <p:nvGrpSpPr>
          <p:cNvPr id="2169" name="Group 2168">
            <a:extLst>
              <a:ext uri="{FF2B5EF4-FFF2-40B4-BE49-F238E27FC236}">
                <a16:creationId xmlns:a16="http://schemas.microsoft.com/office/drawing/2014/main" id="{BA56781F-FD92-66A3-8AB6-CF0D8C672BE4}"/>
              </a:ext>
            </a:extLst>
          </p:cNvPr>
          <p:cNvGrpSpPr/>
          <p:nvPr/>
        </p:nvGrpSpPr>
        <p:grpSpPr>
          <a:xfrm>
            <a:off x="5835401" y="4960220"/>
            <a:ext cx="882802" cy="629778"/>
            <a:chOff x="671574" y="2778747"/>
            <a:chExt cx="882802" cy="629778"/>
          </a:xfrm>
        </p:grpSpPr>
        <p:pic>
          <p:nvPicPr>
            <p:cNvPr id="2170" name="Graphic 2169" descr="Test tubes outline">
              <a:extLst>
                <a:ext uri="{FF2B5EF4-FFF2-40B4-BE49-F238E27FC236}">
                  <a16:creationId xmlns:a16="http://schemas.microsoft.com/office/drawing/2014/main" id="{29164AAB-012C-F253-3F9D-0D7745AB5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954407" y="2778747"/>
              <a:ext cx="321608" cy="321608"/>
            </a:xfrm>
            <a:prstGeom prst="rect">
              <a:avLst/>
            </a:prstGeom>
          </p:spPr>
        </p:pic>
        <p:sp>
          <p:nvSpPr>
            <p:cNvPr id="2171" name="TextBox 2170">
              <a:extLst>
                <a:ext uri="{FF2B5EF4-FFF2-40B4-BE49-F238E27FC236}">
                  <a16:creationId xmlns:a16="http://schemas.microsoft.com/office/drawing/2014/main" id="{4C639A92-4EDC-2B80-B0EF-DC0223C8D2BB}"/>
                </a:ext>
              </a:extLst>
            </p:cNvPr>
            <p:cNvSpPr txBox="1"/>
            <p:nvPr/>
          </p:nvSpPr>
          <p:spPr>
            <a:xfrm>
              <a:off x="671574" y="3130244"/>
              <a:ext cx="882802" cy="27828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000" b="1" spc="-20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Automation</a:t>
              </a:r>
              <a:r>
                <a:rPr lang="en-US" sz="1000" b="1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 Lab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E7E4099-F2F3-89A7-BCD0-24DFDB900FDA}"/>
              </a:ext>
            </a:extLst>
          </p:cNvPr>
          <p:cNvGrpSpPr/>
          <p:nvPr/>
        </p:nvGrpSpPr>
        <p:grpSpPr>
          <a:xfrm>
            <a:off x="6760168" y="4820294"/>
            <a:ext cx="5028971" cy="923544"/>
            <a:chOff x="6760168" y="4820294"/>
            <a:chExt cx="5028971" cy="923544"/>
          </a:xfrm>
        </p:grpSpPr>
        <p:pic>
          <p:nvPicPr>
            <p:cNvPr id="3136" name="Picture 64" descr="UiPath - Wikipedia">
              <a:extLst>
                <a:ext uri="{FF2B5EF4-FFF2-40B4-BE49-F238E27FC236}">
                  <a16:creationId xmlns:a16="http://schemas.microsoft.com/office/drawing/2014/main" id="{3373CCDC-AD3E-F7E2-0071-BA84CB5D0D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4299" y="4945611"/>
              <a:ext cx="652125" cy="231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38" name="Picture 66" descr="Automation Anywhere - Wikipedia">
              <a:extLst>
                <a:ext uri="{FF2B5EF4-FFF2-40B4-BE49-F238E27FC236}">
                  <a16:creationId xmlns:a16="http://schemas.microsoft.com/office/drawing/2014/main" id="{F9D0E7B4-ADEB-763E-2BC3-A63E6E9AA8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4422" y="4917606"/>
              <a:ext cx="794464" cy="2873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40" name="Picture 68" descr="Nintex RPA Reviews, Ratings &amp; Features 2025 | Gartner Peer Insights">
              <a:extLst>
                <a:ext uri="{FF2B5EF4-FFF2-40B4-BE49-F238E27FC236}">
                  <a16:creationId xmlns:a16="http://schemas.microsoft.com/office/drawing/2014/main" id="{1E898B12-DD68-B201-7A46-4B77C4BCAF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86884" y="4950015"/>
              <a:ext cx="759508" cy="2225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55" name="Picture 2154" descr="A 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9A778420-199C-6885-6CF7-3A871AAA97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11317"/>
            <a:stretch>
              <a:fillRect/>
            </a:stretch>
          </p:blipFill>
          <p:spPr>
            <a:xfrm>
              <a:off x="9904390" y="4951033"/>
              <a:ext cx="493749" cy="220476"/>
            </a:xfrm>
            <a:prstGeom prst="rect">
              <a:avLst/>
            </a:prstGeom>
          </p:spPr>
        </p:pic>
        <p:pic>
          <p:nvPicPr>
            <p:cNvPr id="3144" name="Picture 72" descr="ProcessMaker Press Pack | ProcessMaker">
              <a:extLst>
                <a:ext uri="{FF2B5EF4-FFF2-40B4-BE49-F238E27FC236}">
                  <a16:creationId xmlns:a16="http://schemas.microsoft.com/office/drawing/2014/main" id="{FE6B2B7F-8E1D-AD57-C6BF-FDEBD34A4E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56138" y="4937296"/>
              <a:ext cx="1000665" cy="247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50" name="Rectangle 2149">
              <a:extLst>
                <a:ext uri="{FF2B5EF4-FFF2-40B4-BE49-F238E27FC236}">
                  <a16:creationId xmlns:a16="http://schemas.microsoft.com/office/drawing/2014/main" id="{DB92FB8F-3696-9D66-EFB9-A05BD1206E97}"/>
                </a:ext>
              </a:extLst>
            </p:cNvPr>
            <p:cNvSpPr/>
            <p:nvPr/>
          </p:nvSpPr>
          <p:spPr>
            <a:xfrm>
              <a:off x="6760168" y="4820294"/>
              <a:ext cx="5028971" cy="923544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48" name="Picture 76" descr="Oracle Business Process Management Customer Reviews 2025 | Business">
              <a:extLst>
                <a:ext uri="{FF2B5EF4-FFF2-40B4-BE49-F238E27FC236}">
                  <a16:creationId xmlns:a16="http://schemas.microsoft.com/office/drawing/2014/main" id="{FBC361FE-5F28-3924-8210-869422EE82B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6760" t="19510" r="14994" b="13960"/>
            <a:stretch>
              <a:fillRect/>
            </a:stretch>
          </p:blipFill>
          <p:spPr bwMode="auto">
            <a:xfrm>
              <a:off x="6924299" y="5329843"/>
              <a:ext cx="726188" cy="289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39" name="Picture 3138" descr="A black background with a red and black text&#10;&#10;AI-generated content may be incorrect.">
              <a:extLst>
                <a:ext uri="{FF2B5EF4-FFF2-40B4-BE49-F238E27FC236}">
                  <a16:creationId xmlns:a16="http://schemas.microsoft.com/office/drawing/2014/main" id="{A78C15BA-8372-BF48-BE06-03F908292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3625" b="33625"/>
            <a:stretch>
              <a:fillRect/>
            </a:stretch>
          </p:blipFill>
          <p:spPr>
            <a:xfrm>
              <a:off x="8010869" y="5356318"/>
              <a:ext cx="606283" cy="198567"/>
            </a:xfrm>
            <a:prstGeom prst="rect">
              <a:avLst/>
            </a:prstGeom>
          </p:spPr>
        </p:pic>
        <p:pic>
          <p:nvPicPr>
            <p:cNvPr id="3152" name="Picture 80" descr="Automate Where You Are: Power Automate Desktop">
              <a:extLst>
                <a:ext uri="{FF2B5EF4-FFF2-40B4-BE49-F238E27FC236}">
                  <a16:creationId xmlns:a16="http://schemas.microsoft.com/office/drawing/2014/main" id="{008F33CD-A9C2-5415-CEEF-9C345B500E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02934" y="5326503"/>
              <a:ext cx="805708" cy="258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42" name="Picture 314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75F2B4DC-8812-1B3C-F236-8C8A237B4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143624" y="5356318"/>
              <a:ext cx="726188" cy="198567"/>
            </a:xfrm>
            <a:prstGeom prst="rect">
              <a:avLst/>
            </a:prstGeom>
          </p:spPr>
        </p:pic>
        <p:pic>
          <p:nvPicPr>
            <p:cNvPr id="3154" name="Picture 82" descr="PowerTools for IBM BPM | Apptigent">
              <a:extLst>
                <a:ext uri="{FF2B5EF4-FFF2-40B4-BE49-F238E27FC236}">
                  <a16:creationId xmlns:a16="http://schemas.microsoft.com/office/drawing/2014/main" id="{582C6BC4-B3CC-47F4-7A92-E3E83F8161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0378" t="22282" r="30378" b="22282"/>
            <a:stretch>
              <a:fillRect/>
            </a:stretch>
          </p:blipFill>
          <p:spPr bwMode="auto">
            <a:xfrm>
              <a:off x="11217494" y="5284665"/>
              <a:ext cx="427797" cy="341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52E11B3-F9D5-86DD-759C-918DBEFA33D2}"/>
              </a:ext>
            </a:extLst>
          </p:cNvPr>
          <p:cNvGrpSpPr/>
          <p:nvPr/>
        </p:nvGrpSpPr>
        <p:grpSpPr>
          <a:xfrm>
            <a:off x="6893499" y="1498426"/>
            <a:ext cx="4751146" cy="230834"/>
            <a:chOff x="6893499" y="1346773"/>
            <a:chExt cx="4751146" cy="230834"/>
          </a:xfrm>
        </p:grpSpPr>
        <p:pic>
          <p:nvPicPr>
            <p:cNvPr id="3156" name="Picture 84" descr="Gatsby | Drupal.org">
              <a:extLst>
                <a:ext uri="{FF2B5EF4-FFF2-40B4-BE49-F238E27FC236}">
                  <a16:creationId xmlns:a16="http://schemas.microsoft.com/office/drawing/2014/main" id="{26B4D660-2A48-74CD-1A0F-E539C6DB92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3499" y="1346773"/>
              <a:ext cx="831911" cy="230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58" name="Picture 86">
              <a:extLst>
                <a:ext uri="{FF2B5EF4-FFF2-40B4-BE49-F238E27FC236}">
                  <a16:creationId xmlns:a16="http://schemas.microsoft.com/office/drawing/2014/main" id="{AE25DF55-374A-8A98-B743-57154A7525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0079" y="1387344"/>
              <a:ext cx="810174" cy="149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60" name="Picture 88" descr="众筹创新平台Assembly新LOGO - LOGO设计案例- LOGO世界">
              <a:extLst>
                <a:ext uri="{FF2B5EF4-FFF2-40B4-BE49-F238E27FC236}">
                  <a16:creationId xmlns:a16="http://schemas.microsoft.com/office/drawing/2014/main" id="{70C9283C-D22D-D922-A7FC-E237A19DF3F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115" t="44198" r="3962" b="42799"/>
            <a:stretch>
              <a:fillRect/>
            </a:stretch>
          </p:blipFill>
          <p:spPr bwMode="auto">
            <a:xfrm>
              <a:off x="8944922" y="1405204"/>
              <a:ext cx="980394" cy="1139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62" name="Picture 90" descr="Kotlin Logo PNG Transparent &amp; SVG Vector - Freebie Supply">
              <a:extLst>
                <a:ext uri="{FF2B5EF4-FFF2-40B4-BE49-F238E27FC236}">
                  <a16:creationId xmlns:a16="http://schemas.microsoft.com/office/drawing/2014/main" id="{A91DA3FF-B215-0156-1369-E45A082B63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29985" y="1395382"/>
              <a:ext cx="600452" cy="1336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50" name="Picture 3149" descr="A 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5B10702D-3142-0D31-56A3-EC9C104ED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302" t="38583" r="4375" b="38631"/>
            <a:stretch>
              <a:fillRect/>
            </a:stretch>
          </p:blipFill>
          <p:spPr>
            <a:xfrm>
              <a:off x="10935105" y="1373665"/>
              <a:ext cx="709540" cy="177051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F5FABC3-C17D-870A-4202-3FCDDCFBD626}"/>
              </a:ext>
            </a:extLst>
          </p:cNvPr>
          <p:cNvGrpSpPr/>
          <p:nvPr/>
        </p:nvGrpSpPr>
        <p:grpSpPr>
          <a:xfrm>
            <a:off x="6893499" y="2657116"/>
            <a:ext cx="4749956" cy="326782"/>
            <a:chOff x="6893499" y="2459172"/>
            <a:chExt cx="4749956" cy="326782"/>
          </a:xfrm>
        </p:grpSpPr>
        <p:pic>
          <p:nvPicPr>
            <p:cNvPr id="3188" name="Picture 116">
              <a:extLst>
                <a:ext uri="{FF2B5EF4-FFF2-40B4-BE49-F238E27FC236}">
                  <a16:creationId xmlns:a16="http://schemas.microsoft.com/office/drawing/2014/main" id="{03471CB4-5A45-F321-4FDB-B1FBFAF656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794" t="26453" r="8221" b="26759"/>
            <a:stretch>
              <a:fillRect/>
            </a:stretch>
          </p:blipFill>
          <p:spPr bwMode="auto">
            <a:xfrm>
              <a:off x="6893499" y="2539823"/>
              <a:ext cx="708217" cy="1654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64" name="Graphic 3163">
              <a:extLst>
                <a:ext uri="{FF2B5EF4-FFF2-40B4-BE49-F238E27FC236}">
                  <a16:creationId xmlns:a16="http://schemas.microsoft.com/office/drawing/2014/main" id="{82E26D00-E7E1-6D7F-6AC2-670D5C874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7840999" y="2496655"/>
              <a:ext cx="466254" cy="251816"/>
            </a:xfrm>
            <a:prstGeom prst="rect">
              <a:avLst/>
            </a:prstGeom>
          </p:spPr>
        </p:pic>
        <p:pic>
          <p:nvPicPr>
            <p:cNvPr id="3167" name="Graphic 3166">
              <a:extLst>
                <a:ext uri="{FF2B5EF4-FFF2-40B4-BE49-F238E27FC236}">
                  <a16:creationId xmlns:a16="http://schemas.microsoft.com/office/drawing/2014/main" id="{806B4812-0351-DEA0-D03C-E9A7D8226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/>
            </a:stretch>
          </p:blipFill>
          <p:spPr>
            <a:xfrm>
              <a:off x="8546536" y="2531697"/>
              <a:ext cx="641709" cy="181732"/>
            </a:xfrm>
            <a:prstGeom prst="rect">
              <a:avLst/>
            </a:prstGeom>
          </p:spPr>
        </p:pic>
        <p:pic>
          <p:nvPicPr>
            <p:cNvPr id="3194" name="Picture 122" descr="Dotnet Logo PNG Transparent &amp; SVG Vector - Freebie Supply">
              <a:extLst>
                <a:ext uri="{FF2B5EF4-FFF2-40B4-BE49-F238E27FC236}">
                  <a16:creationId xmlns:a16="http://schemas.microsoft.com/office/drawing/2014/main" id="{B05FD50A-E703-5035-22AC-38A7DEA888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40499" y="2459172"/>
              <a:ext cx="342744" cy="3267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96" name="Picture 124">
              <a:extLst>
                <a:ext uri="{FF2B5EF4-FFF2-40B4-BE49-F238E27FC236}">
                  <a16:creationId xmlns:a16="http://schemas.microsoft.com/office/drawing/2014/main" id="{EFD0DF4F-A8EA-4636-1E24-A6E88FD35A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35496" y="2531791"/>
              <a:ext cx="705027" cy="1815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98" name="Picture 126" descr="PowerShell Is Source of Over 1/3 of Critical Security Threats">
              <a:extLst>
                <a:ext uri="{FF2B5EF4-FFF2-40B4-BE49-F238E27FC236}">
                  <a16:creationId xmlns:a16="http://schemas.microsoft.com/office/drawing/2014/main" id="{3B32802C-59BA-1B7D-77E3-A14C0993E1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342" t="7571" r="4344" b="8366"/>
            <a:stretch>
              <a:fillRect/>
            </a:stretch>
          </p:blipFill>
          <p:spPr bwMode="auto">
            <a:xfrm>
              <a:off x="10979804" y="2501701"/>
              <a:ext cx="663651" cy="2417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67AB334-4898-D80D-E940-94DD8FD073B3}"/>
              </a:ext>
            </a:extLst>
          </p:cNvPr>
          <p:cNvGrpSpPr/>
          <p:nvPr/>
        </p:nvGrpSpPr>
        <p:grpSpPr>
          <a:xfrm>
            <a:off x="6925249" y="3512566"/>
            <a:ext cx="4716590" cy="223884"/>
            <a:chOff x="6925249" y="3349697"/>
            <a:chExt cx="4716590" cy="223884"/>
          </a:xfrm>
        </p:grpSpPr>
        <p:pic>
          <p:nvPicPr>
            <p:cNvPr id="3212" name="Picture 140" descr="Symfony2 Development: Making the Tough Decision with Symfony2">
              <a:extLst>
                <a:ext uri="{FF2B5EF4-FFF2-40B4-BE49-F238E27FC236}">
                  <a16:creationId xmlns:a16="http://schemas.microsoft.com/office/drawing/2014/main" id="{81C3A2AE-2CD0-7809-D2BA-711CF3BA8D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5249" y="3349697"/>
              <a:ext cx="651110" cy="2238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14" name="Picture 142" descr="PHP Laravel">
              <a:extLst>
                <a:ext uri="{FF2B5EF4-FFF2-40B4-BE49-F238E27FC236}">
                  <a16:creationId xmlns:a16="http://schemas.microsoft.com/office/drawing/2014/main" id="{8D061193-DD2F-15B5-1B8F-149053D5D0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71299" y="3350393"/>
              <a:ext cx="767115" cy="2224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16" name="Picture 144">
              <a:extLst>
                <a:ext uri="{FF2B5EF4-FFF2-40B4-BE49-F238E27FC236}">
                  <a16:creationId xmlns:a16="http://schemas.microsoft.com/office/drawing/2014/main" id="{21DDABE9-F4D1-7D10-68EC-E809154861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33354" y="3357687"/>
              <a:ext cx="779644" cy="2079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73" name="Graphic 3172">
              <a:extLst>
                <a:ext uri="{FF2B5EF4-FFF2-40B4-BE49-F238E27FC236}">
                  <a16:creationId xmlns:a16="http://schemas.microsoft.com/office/drawing/2014/main" id="{58E980F3-2454-1FE3-FC56-44816642C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/>
            </a:stretch>
          </p:blipFill>
          <p:spPr>
            <a:xfrm>
              <a:off x="10007938" y="3401056"/>
              <a:ext cx="757290" cy="121167"/>
            </a:xfrm>
            <a:prstGeom prst="rect">
              <a:avLst/>
            </a:prstGeom>
          </p:spPr>
        </p:pic>
        <p:pic>
          <p:nvPicPr>
            <p:cNvPr id="3220" name="Picture 148" descr="Discover Vue.js: The future of web development">
              <a:extLst>
                <a:ext uri="{FF2B5EF4-FFF2-40B4-BE49-F238E27FC236}">
                  <a16:creationId xmlns:a16="http://schemas.microsoft.com/office/drawing/2014/main" id="{22ED143B-AE9A-B30A-8D0A-70E1DC625F2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1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4494" t="22164" r="14494" b="24189"/>
            <a:stretch>
              <a:fillRect/>
            </a:stretch>
          </p:blipFill>
          <p:spPr bwMode="auto">
            <a:xfrm>
              <a:off x="11060168" y="3358150"/>
              <a:ext cx="581671" cy="2069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0F7139-9F89-34DB-3F9E-57699514DFD4}"/>
              </a:ext>
            </a:extLst>
          </p:cNvPr>
          <p:cNvGrpSpPr/>
          <p:nvPr/>
        </p:nvGrpSpPr>
        <p:grpSpPr>
          <a:xfrm>
            <a:off x="6924299" y="4245675"/>
            <a:ext cx="2177348" cy="217579"/>
            <a:chOff x="6924299" y="4068622"/>
            <a:chExt cx="2177348" cy="217579"/>
          </a:xfrm>
        </p:grpSpPr>
        <p:pic>
          <p:nvPicPr>
            <p:cNvPr id="3234" name="Picture 162" descr="Delphi Logo PNG Transparent &amp; SVG Vector - Freebie Supply">
              <a:extLst>
                <a:ext uri="{FF2B5EF4-FFF2-40B4-BE49-F238E27FC236}">
                  <a16:creationId xmlns:a16="http://schemas.microsoft.com/office/drawing/2014/main" id="{CCEB1E44-83AC-5658-D3FD-35910ECCCE9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292" t="32210" r="3292" b="32210"/>
            <a:stretch>
              <a:fillRect/>
            </a:stretch>
          </p:blipFill>
          <p:spPr bwMode="auto">
            <a:xfrm>
              <a:off x="6924299" y="4092999"/>
              <a:ext cx="507252" cy="1932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36" name="Picture 164" descr="Clojure logo landscape">
              <a:extLst>
                <a:ext uri="{FF2B5EF4-FFF2-40B4-BE49-F238E27FC236}">
                  <a16:creationId xmlns:a16="http://schemas.microsoft.com/office/drawing/2014/main" id="{8E6589A2-CFF4-1D6E-3C8F-42DF46B8FE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383" t="17754" r="4383" b="17754"/>
            <a:stretch>
              <a:fillRect/>
            </a:stretch>
          </p:blipFill>
          <p:spPr bwMode="auto">
            <a:xfrm>
              <a:off x="7607114" y="4093561"/>
              <a:ext cx="543882" cy="1922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38" name="Picture 166" descr="Lisp color icon in PNG, SVG">
              <a:extLst>
                <a:ext uri="{FF2B5EF4-FFF2-40B4-BE49-F238E27FC236}">
                  <a16:creationId xmlns:a16="http://schemas.microsoft.com/office/drawing/2014/main" id="{9044A948-5C8B-C2BF-A443-0EE3EFE471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6769" t="21977" r="7905" b="21977"/>
            <a:stretch>
              <a:fillRect/>
            </a:stretch>
          </p:blipFill>
          <p:spPr bwMode="auto">
            <a:xfrm>
              <a:off x="8326559" y="4094647"/>
              <a:ext cx="267614" cy="175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40" name="Picture 168" descr="APL Series – Page 2 – JTC MODEL TRAINS">
              <a:extLst>
                <a:ext uri="{FF2B5EF4-FFF2-40B4-BE49-F238E27FC236}">
                  <a16:creationId xmlns:a16="http://schemas.microsoft.com/office/drawing/2014/main" id="{A4977AD1-F041-495E-0CD3-FE503392523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8132" t="-1169" r="8585" b="1169"/>
            <a:stretch>
              <a:fillRect/>
            </a:stretch>
          </p:blipFill>
          <p:spPr bwMode="auto">
            <a:xfrm>
              <a:off x="8769736" y="4068622"/>
              <a:ext cx="331911" cy="2173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248" name="Picture 176" descr="Google Data Studio Customization | Web Design Agency Michigan">
            <a:extLst>
              <a:ext uri="{FF2B5EF4-FFF2-40B4-BE49-F238E27FC236}">
                <a16:creationId xmlns:a16="http://schemas.microsoft.com/office/drawing/2014/main" id="{74595704-ED08-FD1E-5546-EAC765C784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70" t="10419" r="2240" b="11119"/>
          <a:stretch>
            <a:fillRect/>
          </a:stretch>
        </p:blipFill>
        <p:spPr bwMode="auto">
          <a:xfrm>
            <a:off x="1510448" y="4006483"/>
            <a:ext cx="933097" cy="238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0" name="Picture 178" descr="Microsoft Azure Data Factory alternatives 2025 | OMR Reviews">
            <a:extLst>
              <a:ext uri="{FF2B5EF4-FFF2-40B4-BE49-F238E27FC236}">
                <a16:creationId xmlns:a16="http://schemas.microsoft.com/office/drawing/2014/main" id="{F529FF9D-8001-7C0C-B327-BF2E68B154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676" t="16691" r="15676" b="16691"/>
          <a:stretch>
            <a:fillRect/>
          </a:stretch>
        </p:blipFill>
        <p:spPr bwMode="auto">
          <a:xfrm>
            <a:off x="3338001" y="5326835"/>
            <a:ext cx="811361" cy="229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2" name="Picture 180" descr="Hopsworks AI Lakehouse + Azure ML = better together.">
            <a:extLst>
              <a:ext uri="{FF2B5EF4-FFF2-40B4-BE49-F238E27FC236}">
                <a16:creationId xmlns:a16="http://schemas.microsoft.com/office/drawing/2014/main" id="{81CE59CE-6B3C-4ADB-7D12-ACA2CD8F1E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758" t="9535" r="5981" b="8783"/>
          <a:stretch>
            <a:fillRect/>
          </a:stretch>
        </p:blipFill>
        <p:spPr bwMode="auto">
          <a:xfrm>
            <a:off x="4588801" y="4855381"/>
            <a:ext cx="822865" cy="268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4" name="Picture 182" descr="Understanding Databricks: The Unified Data Platform for Modern Analytics |  by Jouneid Raza | Medium">
            <a:extLst>
              <a:ext uri="{FF2B5EF4-FFF2-40B4-BE49-F238E27FC236}">
                <a16:creationId xmlns:a16="http://schemas.microsoft.com/office/drawing/2014/main" id="{C1236FA5-9A21-E6B5-69C1-BED4C874D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84657" y="4363075"/>
            <a:ext cx="692406" cy="36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62EC137-5B49-0622-A317-B481DDCF4371}"/>
              </a:ext>
            </a:extLst>
          </p:cNvPr>
          <p:cNvGrpSpPr/>
          <p:nvPr/>
        </p:nvGrpSpPr>
        <p:grpSpPr>
          <a:xfrm>
            <a:off x="6893499" y="1836259"/>
            <a:ext cx="4749956" cy="307333"/>
            <a:chOff x="6893499" y="1680112"/>
            <a:chExt cx="4749956" cy="307333"/>
          </a:xfrm>
        </p:grpSpPr>
        <p:pic>
          <p:nvPicPr>
            <p:cNvPr id="3155" name="Graphic 3154">
              <a:extLst>
                <a:ext uri="{FF2B5EF4-FFF2-40B4-BE49-F238E27FC236}">
                  <a16:creationId xmlns:a16="http://schemas.microsoft.com/office/drawing/2014/main" id="{21A1E94C-69DD-9224-56C1-E2D8A36D7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/>
            </a:stretch>
          </p:blipFill>
          <p:spPr>
            <a:xfrm>
              <a:off x="6893499" y="1737022"/>
              <a:ext cx="792194" cy="193513"/>
            </a:xfrm>
            <a:prstGeom prst="rect">
              <a:avLst/>
            </a:prstGeom>
          </p:spPr>
        </p:pic>
        <p:pic>
          <p:nvPicPr>
            <p:cNvPr id="3170" name="Picture 98" descr="Pearl programming language what it is and what it is used for | NEATsoft">
              <a:extLst>
                <a:ext uri="{FF2B5EF4-FFF2-40B4-BE49-F238E27FC236}">
                  <a16:creationId xmlns:a16="http://schemas.microsoft.com/office/drawing/2014/main" id="{CD182C56-A04A-EBF8-DBDE-8A953BFDAD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256" t="15007" r="25256" b="13778"/>
            <a:stretch>
              <a:fillRect/>
            </a:stretch>
          </p:blipFill>
          <p:spPr bwMode="auto">
            <a:xfrm>
              <a:off x="7896462" y="1680112"/>
              <a:ext cx="624391" cy="3073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72" name="Picture 100" descr="Rust Logo, symbol, meaning, history, PNG, brand">
              <a:extLst>
                <a:ext uri="{FF2B5EF4-FFF2-40B4-BE49-F238E27FC236}">
                  <a16:creationId xmlns:a16="http://schemas.microsoft.com/office/drawing/2014/main" id="{78115252-3A89-B145-D8EA-B6E2A85B2A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7768" b="27768"/>
            <a:stretch>
              <a:fillRect/>
            </a:stretch>
          </p:blipFill>
          <p:spPr bwMode="auto">
            <a:xfrm>
              <a:off x="8731622" y="1752677"/>
              <a:ext cx="648532" cy="1622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74" name="Picture 102">
              <a:extLst>
                <a:ext uri="{FF2B5EF4-FFF2-40B4-BE49-F238E27FC236}">
                  <a16:creationId xmlns:a16="http://schemas.microsoft.com/office/drawing/2014/main" id="{C3E6BF69-92A0-AE34-12B6-522BCF9FE7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94982" y="1742211"/>
              <a:ext cx="589171" cy="1831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76" name="Picture 104">
              <a:extLst>
                <a:ext uri="{FF2B5EF4-FFF2-40B4-BE49-F238E27FC236}">
                  <a16:creationId xmlns:a16="http://schemas.microsoft.com/office/drawing/2014/main" id="{3F8497AE-11EB-655A-D626-FEDFD4FD0B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94923" y="1724085"/>
              <a:ext cx="648532" cy="2193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57F5C28-EA5B-02B9-C803-CE2B6E94E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9590923" y="1705959"/>
              <a:ext cx="393290" cy="255639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B148C1-15EC-D41C-D6ED-CAB97D4821E5}"/>
              </a:ext>
            </a:extLst>
          </p:cNvPr>
          <p:cNvGrpSpPr/>
          <p:nvPr/>
        </p:nvGrpSpPr>
        <p:grpSpPr>
          <a:xfrm>
            <a:off x="6893499" y="2237891"/>
            <a:ext cx="4749956" cy="324926"/>
            <a:chOff x="6893499" y="2029036"/>
            <a:chExt cx="4749956" cy="324926"/>
          </a:xfrm>
        </p:grpSpPr>
        <p:pic>
          <p:nvPicPr>
            <p:cNvPr id="3159" name="Picture 44" descr="Reinventing the Python Logo: Interview with a UI Designer | HackerNoon">
              <a:extLst>
                <a:ext uri="{FF2B5EF4-FFF2-40B4-BE49-F238E27FC236}">
                  <a16:creationId xmlns:a16="http://schemas.microsoft.com/office/drawing/2014/main" id="{9EF01E54-698A-4390-702E-53F2F0EB8D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3499" y="2098257"/>
              <a:ext cx="830155" cy="2460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78" name="Picture 106" descr="Brand">
              <a:extLst>
                <a:ext uri="{FF2B5EF4-FFF2-40B4-BE49-F238E27FC236}">
                  <a16:creationId xmlns:a16="http://schemas.microsoft.com/office/drawing/2014/main" id="{5D2E082B-58B4-929C-C3DA-9785764B1F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9613" y="2127036"/>
              <a:ext cx="648533" cy="1884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82" name="Picture 110">
              <a:extLst>
                <a:ext uri="{FF2B5EF4-FFF2-40B4-BE49-F238E27FC236}">
                  <a16:creationId xmlns:a16="http://schemas.microsoft.com/office/drawing/2014/main" id="{37F0D1C9-F626-069F-982F-C2523844E8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89929" y="2088573"/>
              <a:ext cx="265389" cy="265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84" name="Picture 112" descr="Ruby lang horizontal logo - Social media &amp; Logos Icons">
              <a:extLst>
                <a:ext uri="{FF2B5EF4-FFF2-40B4-BE49-F238E27FC236}">
                  <a16:creationId xmlns:a16="http://schemas.microsoft.com/office/drawing/2014/main" id="{EEAD2F7B-5EF1-9BD8-0FD0-78B36E5B2B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444" t="15493" r="6250" b="14489"/>
            <a:stretch>
              <a:fillRect/>
            </a:stretch>
          </p:blipFill>
          <p:spPr bwMode="auto">
            <a:xfrm>
              <a:off x="10195566" y="2122654"/>
              <a:ext cx="677421" cy="197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86" name="Picture 114" descr="Java Logo, symbol, meaning, history, PNG, brand">
              <a:extLst>
                <a:ext uri="{FF2B5EF4-FFF2-40B4-BE49-F238E27FC236}">
                  <a16:creationId xmlns:a16="http://schemas.microsoft.com/office/drawing/2014/main" id="{5CE65841-AE63-1716-4EBB-9E328DDBC3C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5055" b="7783"/>
            <a:stretch>
              <a:fillRect/>
            </a:stretch>
          </p:blipFill>
          <p:spPr bwMode="auto">
            <a:xfrm>
              <a:off x="11084655" y="2029036"/>
              <a:ext cx="558800" cy="2739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Scala (programming language) - Wikipedia">
              <a:extLst>
                <a:ext uri="{FF2B5EF4-FFF2-40B4-BE49-F238E27FC236}">
                  <a16:creationId xmlns:a16="http://schemas.microsoft.com/office/drawing/2014/main" id="{59A0E28E-4159-3F91-8324-B95333CC7F3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1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910" t="5761" b="10695"/>
            <a:stretch>
              <a:fillRect/>
            </a:stretch>
          </p:blipFill>
          <p:spPr bwMode="auto">
            <a:xfrm>
              <a:off x="8888566" y="2123720"/>
              <a:ext cx="510943" cy="197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2FB216B-1657-96F8-8CBF-75FE255DCC04}"/>
              </a:ext>
            </a:extLst>
          </p:cNvPr>
          <p:cNvGrpSpPr/>
          <p:nvPr/>
        </p:nvGrpSpPr>
        <p:grpSpPr>
          <a:xfrm>
            <a:off x="6925249" y="3078197"/>
            <a:ext cx="4716590" cy="327370"/>
            <a:chOff x="6925249" y="2874306"/>
            <a:chExt cx="4716590" cy="327370"/>
          </a:xfrm>
        </p:grpSpPr>
        <p:pic>
          <p:nvPicPr>
            <p:cNvPr id="3202" name="Picture 130" descr="GitHub - odb/official-bash-logo: Everything you need to start using the  official GNU Bash logo">
              <a:extLst>
                <a:ext uri="{FF2B5EF4-FFF2-40B4-BE49-F238E27FC236}">
                  <a16:creationId xmlns:a16="http://schemas.microsoft.com/office/drawing/2014/main" id="{7096B907-0631-664A-B2C4-E650ADE8CB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7974" y="2922574"/>
              <a:ext cx="545873" cy="230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06" name="Picture 134" descr="Angular Logo PNG Transparent &amp; SVG Vector - Freebie Supply">
              <a:extLst>
                <a:ext uri="{FF2B5EF4-FFF2-40B4-BE49-F238E27FC236}">
                  <a16:creationId xmlns:a16="http://schemas.microsoft.com/office/drawing/2014/main" id="{5E444785-1CF1-FB54-D82F-DEEBB9B0D8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72997" y="2947410"/>
              <a:ext cx="666985" cy="1811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08" name="Picture 136">
              <a:extLst>
                <a:ext uri="{FF2B5EF4-FFF2-40B4-BE49-F238E27FC236}">
                  <a16:creationId xmlns:a16="http://schemas.microsoft.com/office/drawing/2014/main" id="{1E0D4715-7593-3BB8-659A-0D72162CEB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070" t="15187" r="4070" b="18177"/>
            <a:stretch>
              <a:fillRect/>
            </a:stretch>
          </p:blipFill>
          <p:spPr bwMode="auto">
            <a:xfrm>
              <a:off x="10298584" y="2934507"/>
              <a:ext cx="705027" cy="2069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10" name="Picture 138" descr="Headless &amp; Traditional Hybrid - Redakt ASP.NET Core CMS">
              <a:extLst>
                <a:ext uri="{FF2B5EF4-FFF2-40B4-BE49-F238E27FC236}">
                  <a16:creationId xmlns:a16="http://schemas.microsoft.com/office/drawing/2014/main" id="{147EAA67-2F15-2425-31BF-2A84110A74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4107" t="4975" r="16606" b="5400"/>
            <a:stretch>
              <a:fillRect/>
            </a:stretch>
          </p:blipFill>
          <p:spPr bwMode="auto">
            <a:xfrm>
              <a:off x="11262212" y="2874306"/>
              <a:ext cx="379627" cy="32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C84E6B3C-A8C5-72BE-A55F-FC9A80A82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9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02449" y="2908541"/>
              <a:ext cx="611946" cy="258900"/>
            </a:xfrm>
            <a:prstGeom prst="rect">
              <a:avLst/>
            </a:prstGeom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AE90CA35-B8D2-B4A1-26E0-E6A4A02255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5249" y="2965208"/>
              <a:ext cx="545873" cy="1455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9835C1-10F6-3948-1F36-2F70E406180A}"/>
              </a:ext>
            </a:extLst>
          </p:cNvPr>
          <p:cNvGrpSpPr/>
          <p:nvPr/>
        </p:nvGrpSpPr>
        <p:grpSpPr>
          <a:xfrm>
            <a:off x="6925249" y="3862499"/>
            <a:ext cx="4716590" cy="269829"/>
            <a:chOff x="6925249" y="3731705"/>
            <a:chExt cx="4716590" cy="269829"/>
          </a:xfrm>
        </p:grpSpPr>
        <p:pic>
          <p:nvPicPr>
            <p:cNvPr id="3224" name="Picture 152" descr="Svelte PNG Logo — Download Free Transparent Logo">
              <a:extLst>
                <a:ext uri="{FF2B5EF4-FFF2-40B4-BE49-F238E27FC236}">
                  <a16:creationId xmlns:a16="http://schemas.microsoft.com/office/drawing/2014/main" id="{D396237C-921B-AED8-771D-DE0286B50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4673" y="3771676"/>
              <a:ext cx="777772" cy="1898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26" name="Picture 154">
              <a:extLst>
                <a:ext uri="{FF2B5EF4-FFF2-40B4-BE49-F238E27FC236}">
                  <a16:creationId xmlns:a16="http://schemas.microsoft.com/office/drawing/2014/main" id="{235B3D0A-132E-7D2D-0D97-80BD9E2683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11714" y="3757880"/>
              <a:ext cx="627673" cy="2174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28" name="Picture 156" descr="The Go Programming Language">
              <a:extLst>
                <a:ext uri="{FF2B5EF4-FFF2-40B4-BE49-F238E27FC236}">
                  <a16:creationId xmlns:a16="http://schemas.microsoft.com/office/drawing/2014/main" id="{418B9A17-2176-660F-3096-A72849D8503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9019" t="34124" r="9019" b="30546"/>
            <a:stretch>
              <a:fillRect/>
            </a:stretch>
          </p:blipFill>
          <p:spPr bwMode="auto">
            <a:xfrm>
              <a:off x="9878656" y="3768477"/>
              <a:ext cx="515037" cy="1962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79" name="Graphic 3178">
              <a:extLst>
                <a:ext uri="{FF2B5EF4-FFF2-40B4-BE49-F238E27FC236}">
                  <a16:creationId xmlns:a16="http://schemas.microsoft.com/office/drawing/2014/main" id="{82E150D5-3086-EFC2-1440-1D0DB7DB3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>
              <a:extLst>
                <a:ext uri="{96DAC541-7B7A-43D3-8B79-37D633B846F1}">
                  <asvg:svgBlip xmlns:asvg="http://schemas.microsoft.com/office/drawing/2016/SVG/main" r:embed="rId102"/>
                </a:ext>
              </a:extLst>
            </a:blip>
            <a:stretch>
              <a:fillRect/>
            </a:stretch>
          </p:blipFill>
          <p:spPr>
            <a:xfrm>
              <a:off x="10654389" y="3731705"/>
              <a:ext cx="307834" cy="269828"/>
            </a:xfrm>
            <a:prstGeom prst="rect">
              <a:avLst/>
            </a:prstGeom>
          </p:spPr>
        </p:pic>
        <p:pic>
          <p:nvPicPr>
            <p:cNvPr id="3232" name="Picture 160">
              <a:extLst>
                <a:ext uri="{FF2B5EF4-FFF2-40B4-BE49-F238E27FC236}">
                  <a16:creationId xmlns:a16="http://schemas.microsoft.com/office/drawing/2014/main" id="{E4ED4032-3FC7-01AE-5B55-22F9332127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22917" y="3731705"/>
              <a:ext cx="418922" cy="269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The Haskell Company | IDEA StatiCa">
              <a:extLst>
                <a:ext uri="{FF2B5EF4-FFF2-40B4-BE49-F238E27FC236}">
                  <a16:creationId xmlns:a16="http://schemas.microsoft.com/office/drawing/2014/main" id="{EE158608-F0EB-8F2B-7B4C-2C8AF602BAA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643" t="33409" r="2924" b="33409"/>
            <a:stretch>
              <a:fillRect/>
            </a:stretch>
          </p:blipFill>
          <p:spPr bwMode="auto">
            <a:xfrm>
              <a:off x="6925249" y="3763102"/>
              <a:ext cx="830155" cy="2070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00640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C090947-FEF2-D87A-0B4E-C6AB10DB44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376" y="423474"/>
            <a:ext cx="7009719" cy="355341"/>
          </a:xfrm>
        </p:spPr>
        <p:txBody>
          <a:bodyPr/>
          <a:lstStyle/>
          <a:p>
            <a:pPr algn="l"/>
            <a:r>
              <a:rPr lang="en-US" dirty="0"/>
              <a:t>Our Customers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D77561B-73A4-8334-44C0-91CF8967B0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236" y="841054"/>
            <a:ext cx="8228920" cy="355341"/>
          </a:xfrm>
        </p:spPr>
        <p:txBody>
          <a:bodyPr/>
          <a:lstStyle/>
          <a:p>
            <a:pPr algn="l"/>
            <a:r>
              <a:rPr lang="en-US" dirty="0"/>
              <a:t>TI</a:t>
            </a:r>
          </a:p>
        </p:txBody>
      </p:sp>
      <p:pic>
        <p:nvPicPr>
          <p:cNvPr id="1026" name="Picture 2" descr="Philo Tran - Clearsight Advisors">
            <a:extLst>
              <a:ext uri="{FF2B5EF4-FFF2-40B4-BE49-F238E27FC236}">
                <a16:creationId xmlns:a16="http://schemas.microsoft.com/office/drawing/2014/main" id="{4C684FE6-D985-9A0B-8D2E-8D4F4FBB1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7849" y="1550417"/>
            <a:ext cx="1089097" cy="500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4D2A00-7FEB-43D7-6621-A1CFC1EFFE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3070" y="1615065"/>
            <a:ext cx="988260" cy="350832"/>
          </a:xfrm>
          <a:prstGeom prst="rect">
            <a:avLst/>
          </a:prstGeom>
        </p:spPr>
      </p:pic>
      <p:pic>
        <p:nvPicPr>
          <p:cNvPr id="9" name="Picture 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AB2A1EA3-299A-A353-DAD9-C08A17482D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1838" y="1622463"/>
            <a:ext cx="641120" cy="336035"/>
          </a:xfrm>
          <a:prstGeom prst="rect">
            <a:avLst/>
          </a:prstGeom>
        </p:spPr>
      </p:pic>
      <p:pic>
        <p:nvPicPr>
          <p:cNvPr id="1028" name="Picture 4" descr="AWS Partner Arus S.A.">
            <a:extLst>
              <a:ext uri="{FF2B5EF4-FFF2-40B4-BE49-F238E27FC236}">
                <a16:creationId xmlns:a16="http://schemas.microsoft.com/office/drawing/2014/main" id="{F9C9D675-D1FE-3D7D-9E7A-54C2F4A3B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45990" y="1538795"/>
            <a:ext cx="1057275" cy="52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A894C46-DEE2-06C8-0AD4-23F73CCA30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32861"/>
          <a:stretch>
            <a:fillRect/>
          </a:stretch>
        </p:blipFill>
        <p:spPr bwMode="auto">
          <a:xfrm>
            <a:off x="9177348" y="1698969"/>
            <a:ext cx="897114" cy="35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DE0A56-85B6-D588-5CF4-A4C5F95ECF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5438" y="1693745"/>
            <a:ext cx="1057274" cy="208251"/>
          </a:xfrm>
          <a:prstGeom prst="rect">
            <a:avLst/>
          </a:prstGeom>
        </p:spPr>
      </p:pic>
      <p:pic>
        <p:nvPicPr>
          <p:cNvPr id="25" name="Picture 2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45A057AA-4450-8DA0-7C97-701F5CC4745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122" t="11139" r="8667" b="11645"/>
          <a:stretch>
            <a:fillRect/>
          </a:stretch>
        </p:blipFill>
        <p:spPr>
          <a:xfrm>
            <a:off x="6443555" y="1590135"/>
            <a:ext cx="796488" cy="420434"/>
          </a:xfrm>
          <a:prstGeom prst="rect">
            <a:avLst/>
          </a:prstGeom>
        </p:spPr>
      </p:pic>
      <p:pic>
        <p:nvPicPr>
          <p:cNvPr id="31" name="Picture 30" descr="A white logo with black background&#10;&#10;AI-generated content may be incorrect.">
            <a:extLst>
              <a:ext uri="{FF2B5EF4-FFF2-40B4-BE49-F238E27FC236}">
                <a16:creationId xmlns:a16="http://schemas.microsoft.com/office/drawing/2014/main" id="{90D0F0A0-F60A-FE5F-CFEC-E6916F4F73C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2440" y="1590135"/>
            <a:ext cx="927174" cy="413716"/>
          </a:xfrm>
          <a:prstGeom prst="rect">
            <a:avLst/>
          </a:prstGeom>
        </p:spPr>
      </p:pic>
      <p:pic>
        <p:nvPicPr>
          <p:cNvPr id="1036" name="Picture 12" descr="Vagas de Emprego na QUIPUX S.A.S DO BRASIL">
            <a:extLst>
              <a:ext uri="{FF2B5EF4-FFF2-40B4-BE49-F238E27FC236}">
                <a16:creationId xmlns:a16="http://schemas.microsoft.com/office/drawing/2014/main" id="{09178990-3392-0DBA-4148-7104BAB648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7492" t="28571" r="15096" b="44480"/>
          <a:stretch>
            <a:fillRect/>
          </a:stretch>
        </p:blipFill>
        <p:spPr bwMode="auto">
          <a:xfrm>
            <a:off x="624228" y="2750074"/>
            <a:ext cx="996339" cy="1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xede - Crunchbase Company Profile &amp; Funding">
            <a:extLst>
              <a:ext uri="{FF2B5EF4-FFF2-40B4-BE49-F238E27FC236}">
                <a16:creationId xmlns:a16="http://schemas.microsoft.com/office/drawing/2014/main" id="{65EBE554-2012-FA0A-F22A-9309F24FA1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32292" b="37240"/>
          <a:stretch>
            <a:fillRect/>
          </a:stretch>
        </p:blipFill>
        <p:spPr bwMode="auto">
          <a:xfrm>
            <a:off x="4851452" y="2687699"/>
            <a:ext cx="1046351" cy="318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mplementation of Dynamics 365 Finance and Operations | Axazure">
            <a:extLst>
              <a:ext uri="{FF2B5EF4-FFF2-40B4-BE49-F238E27FC236}">
                <a16:creationId xmlns:a16="http://schemas.microsoft.com/office/drawing/2014/main" id="{2B13609A-E11F-AF56-B344-56A8AE92F9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39371" b="39371"/>
          <a:stretch>
            <a:fillRect/>
          </a:stretch>
        </p:blipFill>
        <p:spPr bwMode="auto">
          <a:xfrm>
            <a:off x="10522841" y="2724673"/>
            <a:ext cx="1082468" cy="230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 descr="A black and white logo&#10;&#10;AI-generated content may be incorrect.">
            <a:extLst>
              <a:ext uri="{FF2B5EF4-FFF2-40B4-BE49-F238E27FC236}">
                <a16:creationId xmlns:a16="http://schemas.microsoft.com/office/drawing/2014/main" id="{3E44FF0C-90C2-A0A3-A6BF-C0C98838274F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0485" y="2662886"/>
            <a:ext cx="1013430" cy="340464"/>
          </a:xfrm>
          <a:prstGeom prst="rect">
            <a:avLst/>
          </a:prstGeom>
        </p:spPr>
      </p:pic>
      <p:pic>
        <p:nvPicPr>
          <p:cNvPr id="35" name="Picture 34" descr="A black and white text&#10;&#10;AI-generated content may be incorrect.">
            <a:extLst>
              <a:ext uri="{FF2B5EF4-FFF2-40B4-BE49-F238E27FC236}">
                <a16:creationId xmlns:a16="http://schemas.microsoft.com/office/drawing/2014/main" id="{25CEC4A7-B33E-427C-4423-0A378675AA75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186" y="2597175"/>
            <a:ext cx="1114425" cy="458047"/>
          </a:xfrm>
          <a:prstGeom prst="rect">
            <a:avLst/>
          </a:prstGeom>
        </p:spPr>
      </p:pic>
      <p:pic>
        <p:nvPicPr>
          <p:cNvPr id="37" name="Picture 3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50814649-73F1-F0E7-6C1B-AF3659E3C7D2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5454" y="2662886"/>
            <a:ext cx="1152690" cy="355341"/>
          </a:xfrm>
          <a:prstGeom prst="rect">
            <a:avLst/>
          </a:prstGeom>
        </p:spPr>
      </p:pic>
      <p:pic>
        <p:nvPicPr>
          <p:cNvPr id="41" name="Picture 40" descr="A black and white logo&#10;&#10;AI-generated content may be incorrect.">
            <a:extLst>
              <a:ext uri="{FF2B5EF4-FFF2-40B4-BE49-F238E27FC236}">
                <a16:creationId xmlns:a16="http://schemas.microsoft.com/office/drawing/2014/main" id="{5652C42F-C31B-5938-93BB-299AFBF8815C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2728" y="2673409"/>
            <a:ext cx="1046598" cy="342851"/>
          </a:xfrm>
          <a:prstGeom prst="rect">
            <a:avLst/>
          </a:prstGeom>
        </p:spPr>
      </p:pic>
      <p:pic>
        <p:nvPicPr>
          <p:cNvPr id="1060" name="Picture 36" descr="Ordenamientos Profesionales Automatizados">
            <a:extLst>
              <a:ext uri="{FF2B5EF4-FFF2-40B4-BE49-F238E27FC236}">
                <a16:creationId xmlns:a16="http://schemas.microsoft.com/office/drawing/2014/main" id="{A4DD3852-9FAF-C29A-4563-5B74D6C43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 cstate="print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94198" y="2553492"/>
            <a:ext cx="863414" cy="536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B8B0FDE8-3345-334E-0036-B4FE66D78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65202" y="3733736"/>
            <a:ext cx="997746" cy="251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Soluciones Tecnológicas &amp; Capacitaciones IT | BusinessMind Chile">
            <a:extLst>
              <a:ext uri="{FF2B5EF4-FFF2-40B4-BE49-F238E27FC236}">
                <a16:creationId xmlns:a16="http://schemas.microsoft.com/office/drawing/2014/main" id="{A68F1510-7C77-11C5-FF84-C8C76B516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6267" y="3656504"/>
            <a:ext cx="1052260" cy="385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An Overview of The Shared Services &amp; Outsourcing Sector in Colombia - Auxis">
            <a:extLst>
              <a:ext uri="{FF2B5EF4-FFF2-40B4-BE49-F238E27FC236}">
                <a16:creationId xmlns:a16="http://schemas.microsoft.com/office/drawing/2014/main" id="{0FA5EF67-A17B-1E8C-22F1-8DD4F763F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 cstate="print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49779" y="3682354"/>
            <a:ext cx="814842" cy="335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3" descr="A black and white logo&#10;&#10;AI-generated content may be incorrect.">
            <a:extLst>
              <a:ext uri="{FF2B5EF4-FFF2-40B4-BE49-F238E27FC236}">
                <a16:creationId xmlns:a16="http://schemas.microsoft.com/office/drawing/2014/main" id="{2A08ABE7-65BD-CDB1-F784-B109D992A196}"/>
              </a:ext>
            </a:extLst>
          </p:cNvPr>
          <p:cNvPicPr>
            <a:picLocks noChangeAspect="1"/>
          </p:cNvPicPr>
          <p:nvPr/>
        </p:nvPicPr>
        <p:blipFill>
          <a:blip r:embed="rId32" cstate="print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3525" y="3699382"/>
            <a:ext cx="997746" cy="316785"/>
          </a:xfrm>
          <a:prstGeom prst="rect">
            <a:avLst/>
          </a:prstGeom>
        </p:spPr>
      </p:pic>
      <p:pic>
        <p:nvPicPr>
          <p:cNvPr id="1070" name="Picture 46" descr="IQ Outsourcing - Soluciones integrales">
            <a:extLst>
              <a:ext uri="{FF2B5EF4-FFF2-40B4-BE49-F238E27FC236}">
                <a16:creationId xmlns:a16="http://schemas.microsoft.com/office/drawing/2014/main" id="{109F8223-F845-4356-8E70-64585836A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75754" y="3675367"/>
            <a:ext cx="997747" cy="34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AEEE0BED-79C2-494F-170E-CB4E319F1B20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9207" y="3614649"/>
            <a:ext cx="1085184" cy="401518"/>
          </a:xfrm>
          <a:prstGeom prst="rect">
            <a:avLst/>
          </a:prstGeom>
        </p:spPr>
      </p:pic>
      <p:pic>
        <p:nvPicPr>
          <p:cNvPr id="2" name="Picture 2" descr="Gobierno Corporativo Tech – Su Red">
            <a:extLst>
              <a:ext uri="{FF2B5EF4-FFF2-40B4-BE49-F238E27FC236}">
                <a16:creationId xmlns:a16="http://schemas.microsoft.com/office/drawing/2014/main" id="{EC87A0AD-3EE8-1C81-AE81-CC0E2C5B8C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6" cstate="print">
            <a:extLst>
              <a:ext uri="{BEBA8EAE-BF5A-486C-A8C5-ECC9F3942E4B}">
                <a14:imgProps xmlns:a14="http://schemas.microsoft.com/office/drawing/2010/main">
                  <a14:imgLayer r:embed="rId3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27026" t="16920" r="28872" b="17901"/>
          <a:stretch>
            <a:fillRect/>
          </a:stretch>
        </p:blipFill>
        <p:spPr bwMode="auto">
          <a:xfrm>
            <a:off x="8025145" y="3575930"/>
            <a:ext cx="381764" cy="56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Index">
            <a:extLst>
              <a:ext uri="{FF2B5EF4-FFF2-40B4-BE49-F238E27FC236}">
                <a16:creationId xmlns:a16="http://schemas.microsoft.com/office/drawing/2014/main" id="{AEAB9FB2-73CC-9859-6447-DA60D94D9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8" cstate="print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27032" y="3699021"/>
            <a:ext cx="997746" cy="275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black and brown letter&#10;&#10;AI-generated content may be incorrect.">
            <a:extLst>
              <a:ext uri="{FF2B5EF4-FFF2-40B4-BE49-F238E27FC236}">
                <a16:creationId xmlns:a16="http://schemas.microsoft.com/office/drawing/2014/main" id="{53018CFA-177F-95F3-E7F9-C234951D0D23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442" y="4732198"/>
            <a:ext cx="947910" cy="215197"/>
          </a:xfrm>
          <a:prstGeom prst="rect">
            <a:avLst/>
          </a:prstGeom>
        </p:spPr>
      </p:pic>
      <p:pic>
        <p:nvPicPr>
          <p:cNvPr id="1048" name="Picture 24" descr="Unisys - Loop Recruiting">
            <a:extLst>
              <a:ext uri="{FF2B5EF4-FFF2-40B4-BE49-F238E27FC236}">
                <a16:creationId xmlns:a16="http://schemas.microsoft.com/office/drawing/2014/main" id="{220A79F0-ED33-A3DF-50B6-3BE7A490CB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2" cstate="print">
            <a:extLst>
              <a:ext uri="{BEBA8EAE-BF5A-486C-A8C5-ECC9F3942E4B}">
                <a14:imgProps xmlns:a14="http://schemas.microsoft.com/office/drawing/2010/main">
                  <a14:imgLayer r:embed="rId4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0109" b="19914"/>
          <a:stretch>
            <a:fillRect/>
          </a:stretch>
        </p:blipFill>
        <p:spPr bwMode="auto">
          <a:xfrm>
            <a:off x="2172790" y="4712262"/>
            <a:ext cx="768821" cy="21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1F16D314-7CAC-3CB1-3BED-CD151DB62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 cstate="print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5427" y="4748125"/>
            <a:ext cx="1073943" cy="19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Netbeam – Soluciones a la medida">
            <a:extLst>
              <a:ext uri="{FF2B5EF4-FFF2-40B4-BE49-F238E27FC236}">
                <a16:creationId xmlns:a16="http://schemas.microsoft.com/office/drawing/2014/main" id="{F68ECD88-B017-0731-026A-1795971E2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6" cstate="print">
            <a:extLst>
              <a:ext uri="{BEBA8EAE-BF5A-486C-A8C5-ECC9F3942E4B}">
                <a14:imgProps xmlns:a14="http://schemas.microsoft.com/office/drawing/2010/main">
                  <a14:imgLayer r:embed="rId4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06441" y="4682333"/>
            <a:ext cx="1019173" cy="329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Picture 48" descr="MobileTec | MicroAutomation">
            <a:extLst>
              <a:ext uri="{FF2B5EF4-FFF2-40B4-BE49-F238E27FC236}">
                <a16:creationId xmlns:a16="http://schemas.microsoft.com/office/drawing/2014/main" id="{F56DB41D-E8C1-131A-F359-59FFD5AEC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8" cstate="print">
            <a:extLst>
              <a:ext uri="{BEBA8EAE-BF5A-486C-A8C5-ECC9F3942E4B}">
                <a14:imgProps xmlns:a14="http://schemas.microsoft.com/office/drawing/2010/main">
                  <a14:imgLayer r:embed="rId4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78039" y="4671712"/>
            <a:ext cx="1172072" cy="433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FDB1FE-9127-3340-92FB-68EF4595781D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4913553" y="4697416"/>
            <a:ext cx="922149" cy="287409"/>
          </a:xfrm>
          <a:prstGeom prst="rect">
            <a:avLst/>
          </a:prstGeom>
        </p:spPr>
      </p:pic>
      <p:pic>
        <p:nvPicPr>
          <p:cNvPr id="1030" name="Picture 6" descr="AuditTrust">
            <a:extLst>
              <a:ext uri="{FF2B5EF4-FFF2-40B4-BE49-F238E27FC236}">
                <a16:creationId xmlns:a16="http://schemas.microsoft.com/office/drawing/2014/main" id="{CB6A2F13-4EC5-F746-5E9F-D126C5CF4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2" cstate="print">
            <a:extLst>
              <a:ext uri="{BEBA8EAE-BF5A-486C-A8C5-ECC9F3942E4B}">
                <a14:imgProps xmlns:a14="http://schemas.microsoft.com/office/drawing/2010/main">
                  <a14:imgLayer r:embed="rId5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98852" y="4636668"/>
            <a:ext cx="1085894" cy="40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87D4EE-7AEB-B7DD-FE06-86549BD77EC3}"/>
              </a:ext>
            </a:extLst>
          </p:cNvPr>
          <p:cNvPicPr>
            <a:picLocks noChangeAspect="1"/>
          </p:cNvPicPr>
          <p:nvPr/>
        </p:nvPicPr>
        <p:blipFill>
          <a:blip r:embed="rId5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27032" y="4624458"/>
            <a:ext cx="997746" cy="446360"/>
          </a:xfrm>
          <a:prstGeom prst="rect">
            <a:avLst/>
          </a:prstGeom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DDAB7EED-E22E-7624-1C7D-242C1938D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5"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5005" y="5643563"/>
            <a:ext cx="754785" cy="52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Zeus Tecnología S.A. – Cotelco">
            <a:extLst>
              <a:ext uri="{FF2B5EF4-FFF2-40B4-BE49-F238E27FC236}">
                <a16:creationId xmlns:a16="http://schemas.microsoft.com/office/drawing/2014/main" id="{E65E9F8D-6E9A-F93F-0B37-D4700D2DAC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7" cstate="print">
            <a:extLst>
              <a:ext uri="{BEBA8EAE-BF5A-486C-A8C5-ECC9F3942E4B}">
                <a14:imgProps xmlns:a14="http://schemas.microsoft.com/office/drawing/2010/main">
                  <a14:imgLayer r:embed="rId5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6271" t="18964" r="15600" b="18409"/>
          <a:stretch>
            <a:fillRect/>
          </a:stretch>
        </p:blipFill>
        <p:spPr bwMode="auto">
          <a:xfrm>
            <a:off x="2065274" y="5733256"/>
            <a:ext cx="983853" cy="29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E65F76E-E337-79A8-85D9-AD2C65B00C4E}"/>
              </a:ext>
            </a:extLst>
          </p:cNvPr>
          <p:cNvPicPr>
            <a:picLocks noChangeAspect="1"/>
          </p:cNvPicPr>
          <p:nvPr/>
        </p:nvPicPr>
        <p:blipFill>
          <a:blip r:embed="rId5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4494" y="5757863"/>
            <a:ext cx="1120267" cy="273843"/>
          </a:xfrm>
          <a:prstGeom prst="rect">
            <a:avLst/>
          </a:prstGeom>
        </p:spPr>
      </p:pic>
      <p:pic>
        <p:nvPicPr>
          <p:cNvPr id="23" name="Picture 22" descr="A red and black logo&#10;&#10;AI-generated content may be incorrect.">
            <a:extLst>
              <a:ext uri="{FF2B5EF4-FFF2-40B4-BE49-F238E27FC236}">
                <a16:creationId xmlns:a16="http://schemas.microsoft.com/office/drawing/2014/main" id="{EA2F36EC-D080-517B-DC4B-ABEFA7EA0436}"/>
              </a:ext>
            </a:extLst>
          </p:cNvPr>
          <p:cNvPicPr>
            <a:picLocks noChangeAspect="1"/>
          </p:cNvPicPr>
          <p:nvPr/>
        </p:nvPicPr>
        <p:blipFill>
          <a:blip r:embed="rId60" cstate="print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9763" y="5655741"/>
            <a:ext cx="825270" cy="324806"/>
          </a:xfrm>
          <a:prstGeom prst="rect">
            <a:avLst/>
          </a:prstGeom>
        </p:spPr>
      </p:pic>
      <p:pic>
        <p:nvPicPr>
          <p:cNvPr id="50" name="Picture 4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055F0FE-1612-0399-8884-00FE5817B62B}"/>
              </a:ext>
            </a:extLst>
          </p:cNvPr>
          <p:cNvPicPr>
            <a:picLocks noChangeAspect="1"/>
          </p:cNvPicPr>
          <p:nvPr/>
        </p:nvPicPr>
        <p:blipFill>
          <a:blip r:embed="rId62" cstate="print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5528" y="5787011"/>
            <a:ext cx="1057095" cy="252580"/>
          </a:xfrm>
          <a:prstGeom prst="rect">
            <a:avLst/>
          </a:prstGeom>
        </p:spPr>
      </p:pic>
      <p:pic>
        <p:nvPicPr>
          <p:cNvPr id="14" name="Picture 13" descr="A black and red logo&#10;&#10;AI-generated content may be incorrect.">
            <a:extLst>
              <a:ext uri="{FF2B5EF4-FFF2-40B4-BE49-F238E27FC236}">
                <a16:creationId xmlns:a16="http://schemas.microsoft.com/office/drawing/2014/main" id="{0800F0C1-B990-3156-3CAC-8C2973400593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861" y="5729347"/>
            <a:ext cx="952333" cy="333316"/>
          </a:xfrm>
          <a:prstGeom prst="rect">
            <a:avLst/>
          </a:prstGeom>
        </p:spPr>
      </p:pic>
      <p:pic>
        <p:nvPicPr>
          <p:cNvPr id="17" name="Picture 16" descr="A green triangle with a black background&#10;&#10;AI-generated content may be incorrect.">
            <a:extLst>
              <a:ext uri="{FF2B5EF4-FFF2-40B4-BE49-F238E27FC236}">
                <a16:creationId xmlns:a16="http://schemas.microsoft.com/office/drawing/2014/main" id="{575E060A-B60F-CF94-1090-0B191446F74C}"/>
              </a:ext>
            </a:extLst>
          </p:cNvPr>
          <p:cNvPicPr>
            <a:picLocks noChangeAspect="1"/>
          </p:cNvPicPr>
          <p:nvPr/>
        </p:nvPicPr>
        <p:blipFill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0880" y="5591175"/>
            <a:ext cx="450050" cy="598964"/>
          </a:xfrm>
          <a:prstGeom prst="rect">
            <a:avLst/>
          </a:prstGeom>
        </p:spPr>
      </p:pic>
      <p:pic>
        <p:nvPicPr>
          <p:cNvPr id="13" name="Picture 1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4A5D3D83-D318-4324-2B95-D0CB34232E1B}"/>
              </a:ext>
            </a:extLst>
          </p:cNvPr>
          <p:cNvPicPr>
            <a:picLocks noChangeAspect="1"/>
          </p:cNvPicPr>
          <p:nvPr/>
        </p:nvPicPr>
        <p:blipFill>
          <a:blip r:embed="rId6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5080" y="5724286"/>
            <a:ext cx="1053438" cy="32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187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F04FB-F29F-6982-E3E7-138D9D318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877B44C-7157-EF9C-1040-47CD3D7740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376" y="423474"/>
            <a:ext cx="7009719" cy="355341"/>
          </a:xfrm>
        </p:spPr>
        <p:txBody>
          <a:bodyPr/>
          <a:lstStyle/>
          <a:p>
            <a:pPr algn="l"/>
            <a:r>
              <a:rPr lang="en-US" dirty="0"/>
              <a:t>Our Customers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AA52C075-FF6E-0A68-FCE3-EA7673D6CF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236" y="841054"/>
            <a:ext cx="8228920" cy="355341"/>
          </a:xfrm>
        </p:spPr>
        <p:txBody>
          <a:bodyPr/>
          <a:lstStyle/>
          <a:p>
            <a:pPr algn="l"/>
            <a:r>
              <a:rPr lang="en-US" dirty="0"/>
              <a:t>Service, Commerce, Communications, and Health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0C24D33-8CE4-90A3-D4BA-4F30D0BAE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3271" y="1634169"/>
            <a:ext cx="997745" cy="316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Grupo Éxito | Logopedia | Fandom">
            <a:extLst>
              <a:ext uri="{FF2B5EF4-FFF2-40B4-BE49-F238E27FC236}">
                <a16:creationId xmlns:a16="http://schemas.microsoft.com/office/drawing/2014/main" id="{CB5875FE-CDFD-3699-049A-1CB1AF33C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00089" y="1504840"/>
            <a:ext cx="997745" cy="580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0B44DD34-ABE6-656C-0843-DB8F1C5083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77393" y="1629407"/>
            <a:ext cx="1121569" cy="326394"/>
          </a:xfrm>
          <a:prstGeom prst="rect">
            <a:avLst/>
          </a:prstGeom>
        </p:spPr>
      </p:pic>
      <p:pic>
        <p:nvPicPr>
          <p:cNvPr id="2056" name="Picture 8" descr="Invitaciones Abiertas – Cohan">
            <a:extLst>
              <a:ext uri="{FF2B5EF4-FFF2-40B4-BE49-F238E27FC236}">
                <a16:creationId xmlns:a16="http://schemas.microsoft.com/office/drawing/2014/main" id="{E0EAC43B-DA34-17F3-A141-CC1661482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74439" y="1495316"/>
            <a:ext cx="894858" cy="59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Sodexo - Wikipedia">
            <a:extLst>
              <a:ext uri="{FF2B5EF4-FFF2-40B4-BE49-F238E27FC236}">
                <a16:creationId xmlns:a16="http://schemas.microsoft.com/office/drawing/2014/main" id="{F959D948-DA98-0A3E-5011-A49BB50C2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59525" y="1610817"/>
            <a:ext cx="1112815" cy="37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black and white logo&#10;&#10;AI-generated content may be incorrect.">
            <a:extLst>
              <a:ext uri="{FF2B5EF4-FFF2-40B4-BE49-F238E27FC236}">
                <a16:creationId xmlns:a16="http://schemas.microsoft.com/office/drawing/2014/main" id="{C6FE92BE-D2B9-74D9-B888-2DE3E728DB3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3133" y="1555258"/>
            <a:ext cx="1104404" cy="504345"/>
          </a:xfrm>
          <a:prstGeom prst="rect">
            <a:avLst/>
          </a:prstGeom>
        </p:spPr>
      </p:pic>
      <p:pic>
        <p:nvPicPr>
          <p:cNvPr id="22" name="Picture 21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81D2B695-1B95-7BD9-EF83-941F8C422C8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9249" y="1631835"/>
            <a:ext cx="1042886" cy="338349"/>
          </a:xfrm>
          <a:prstGeom prst="rect">
            <a:avLst/>
          </a:prstGeom>
        </p:spPr>
      </p:pic>
      <p:pic>
        <p:nvPicPr>
          <p:cNvPr id="2104" name="Picture 56" descr="El Periódico El Colombiano celebra 110 años de circulación - ifm noticias">
            <a:extLst>
              <a:ext uri="{FF2B5EF4-FFF2-40B4-BE49-F238E27FC236}">
                <a16:creationId xmlns:a16="http://schemas.microsoft.com/office/drawing/2014/main" id="{45AAF0D9-7F28-8740-AFF2-23052789A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51782" y="1500491"/>
            <a:ext cx="547186" cy="580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ndex of /wp-content/uploads/2023/08">
            <a:extLst>
              <a:ext uri="{FF2B5EF4-FFF2-40B4-BE49-F238E27FC236}">
                <a16:creationId xmlns:a16="http://schemas.microsoft.com/office/drawing/2014/main" id="{873AFEF9-9706-1F03-C01B-7C19002DA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8955" y="2430626"/>
            <a:ext cx="826377" cy="35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Grupo Sura - Wikipedia">
            <a:extLst>
              <a:ext uri="{FF2B5EF4-FFF2-40B4-BE49-F238E27FC236}">
                <a16:creationId xmlns:a16="http://schemas.microsoft.com/office/drawing/2014/main" id="{7F3E67E9-6C58-0AFD-0937-DEF579B51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93005" y="2390624"/>
            <a:ext cx="1024661" cy="414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Dislicores">
            <a:extLst>
              <a:ext uri="{FF2B5EF4-FFF2-40B4-BE49-F238E27FC236}">
                <a16:creationId xmlns:a16="http://schemas.microsoft.com/office/drawing/2014/main" id="{094329AF-F53D-8A84-7457-A25C3F112A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725" t="25063" r="5144" b="23018"/>
          <a:stretch>
            <a:fillRect/>
          </a:stretch>
        </p:blipFill>
        <p:spPr bwMode="auto">
          <a:xfrm>
            <a:off x="3469672" y="2445308"/>
            <a:ext cx="1058578" cy="33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Logos Download | Leonisa">
            <a:extLst>
              <a:ext uri="{FF2B5EF4-FFF2-40B4-BE49-F238E27FC236}">
                <a16:creationId xmlns:a16="http://schemas.microsoft.com/office/drawing/2014/main" id="{1D93F121-A9F8-EFEB-7675-6F91BBAA9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82684" y="2462063"/>
            <a:ext cx="1076017" cy="274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Asociación Colombiana de Intérpretes y Productores, Acinpro">
            <a:extLst>
              <a:ext uri="{FF2B5EF4-FFF2-40B4-BE49-F238E27FC236}">
                <a16:creationId xmlns:a16="http://schemas.microsoft.com/office/drawing/2014/main" id="{BCE7666F-AFBA-4E78-5004-20575C2A6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13045" y="2447614"/>
            <a:ext cx="1024660" cy="313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9575A90-CC7F-65FD-BA2C-C58E41367EBE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74657" y="2381885"/>
            <a:ext cx="1082550" cy="445392"/>
          </a:xfrm>
          <a:prstGeom prst="rect">
            <a:avLst/>
          </a:prstGeom>
        </p:spPr>
      </p:pic>
      <p:pic>
        <p:nvPicPr>
          <p:cNvPr id="11" name="Picture 10" descr="A black and blue logo&#10;&#10;AI-generated content may be incorrect.">
            <a:extLst>
              <a:ext uri="{FF2B5EF4-FFF2-40B4-BE49-F238E27FC236}">
                <a16:creationId xmlns:a16="http://schemas.microsoft.com/office/drawing/2014/main" id="{82A82B13-A92C-BBCF-37D1-B297AEFBA9E9}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7425" y="2428821"/>
            <a:ext cx="988887" cy="375661"/>
          </a:xfrm>
          <a:prstGeom prst="rect">
            <a:avLst/>
          </a:prstGeom>
        </p:spPr>
      </p:pic>
      <p:pic>
        <p:nvPicPr>
          <p:cNvPr id="15" name="Picture 4" descr="Universidad de Antioquia (Colombia) | Engineering For Change">
            <a:extLst>
              <a:ext uri="{FF2B5EF4-FFF2-40B4-BE49-F238E27FC236}">
                <a16:creationId xmlns:a16="http://schemas.microsoft.com/office/drawing/2014/main" id="{7D6CE845-36A1-E506-3BEE-376C71862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print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76202" y="2478952"/>
            <a:ext cx="1123950" cy="282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Fundación Clínica del Norte – la Fundación Clínica del Norte, ofrece  servicios de alta complejidad, con personal especializado en el tratamiento  y manejo de enfermedades que requieren tecnología médica avanzada">
            <a:extLst>
              <a:ext uri="{FF2B5EF4-FFF2-40B4-BE49-F238E27FC236}">
                <a16:creationId xmlns:a16="http://schemas.microsoft.com/office/drawing/2014/main" id="{6BA6E7EE-66ED-538D-AA1C-A4902D907D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3" cstate="print">
            <a:extLst>
              <a:ext uri="{BEBA8EAE-BF5A-486C-A8C5-ECC9F3942E4B}">
                <a14:imgProps xmlns:a14="http://schemas.microsoft.com/office/drawing/2010/main">
                  <a14:imgLayer r:embed="rId3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3496" t="16030" r="13496" b="15281"/>
          <a:stretch>
            <a:fillRect/>
          </a:stretch>
        </p:blipFill>
        <p:spPr bwMode="auto">
          <a:xfrm>
            <a:off x="9296468" y="3948087"/>
            <a:ext cx="683418" cy="64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red and black logo&#10;&#10;AI-generated content may be incorrect.">
            <a:extLst>
              <a:ext uri="{FF2B5EF4-FFF2-40B4-BE49-F238E27FC236}">
                <a16:creationId xmlns:a16="http://schemas.microsoft.com/office/drawing/2014/main" id="{B520C112-730C-B827-7637-553DDD3E9167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BEBA8EAE-BF5A-486C-A8C5-ECC9F3942E4B}">
                <a14:imgProps xmlns:a14="http://schemas.microsoft.com/office/drawing/2010/main">
                  <a14:imgLayer r:embed="rId3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7396" y="4133132"/>
            <a:ext cx="1006593" cy="251648"/>
          </a:xfrm>
          <a:prstGeom prst="rect">
            <a:avLst/>
          </a:prstGeom>
        </p:spPr>
      </p:pic>
      <p:pic>
        <p:nvPicPr>
          <p:cNvPr id="2084" name="Picture 36" descr="Ganadería Sostenible: Mejores Prácticas y Consejos">
            <a:extLst>
              <a:ext uri="{FF2B5EF4-FFF2-40B4-BE49-F238E27FC236}">
                <a16:creationId xmlns:a16="http://schemas.microsoft.com/office/drawing/2014/main" id="{5D67D5BD-1A18-6133-CAE9-D46AC75F6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57686" y="4067229"/>
            <a:ext cx="1082550" cy="32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A red and grey logo&#10;&#10;AI-generated content may be incorrect.">
            <a:extLst>
              <a:ext uri="{FF2B5EF4-FFF2-40B4-BE49-F238E27FC236}">
                <a16:creationId xmlns:a16="http://schemas.microsoft.com/office/drawing/2014/main" id="{34E6E55B-D5B6-42E7-E70C-B047A1BF6BD5}"/>
              </a:ext>
            </a:extLst>
          </p:cNvPr>
          <p:cNvPicPr>
            <a:picLocks noChangeAspect="1"/>
          </p:cNvPicPr>
          <p:nvPr/>
        </p:nvPicPr>
        <p:blipFill>
          <a:blip r:embed="rId38" cstate="print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456" y="4002059"/>
            <a:ext cx="1011375" cy="520267"/>
          </a:xfrm>
          <a:prstGeom prst="rect">
            <a:avLst/>
          </a:prstGeom>
        </p:spPr>
      </p:pic>
      <p:pic>
        <p:nvPicPr>
          <p:cNvPr id="28" name="Picture 27" descr="A logo with a triangle and text&#10;&#10;AI-generated content may be incorrect.">
            <a:extLst>
              <a:ext uri="{FF2B5EF4-FFF2-40B4-BE49-F238E27FC236}">
                <a16:creationId xmlns:a16="http://schemas.microsoft.com/office/drawing/2014/main" id="{F4B8F51B-85E7-9C12-FBA1-39EC9A63E791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1730" y="3966054"/>
            <a:ext cx="1047210" cy="608691"/>
          </a:xfrm>
          <a:prstGeom prst="rect">
            <a:avLst/>
          </a:prstGeom>
        </p:spPr>
      </p:pic>
      <p:pic>
        <p:nvPicPr>
          <p:cNvPr id="30" name="Picture 29" descr="A blue and white logo&#10;&#10;AI-generated content may be incorrect.">
            <a:extLst>
              <a:ext uri="{FF2B5EF4-FFF2-40B4-BE49-F238E27FC236}">
                <a16:creationId xmlns:a16="http://schemas.microsoft.com/office/drawing/2014/main" id="{11081524-37F5-E86D-2136-46BEBDE911C0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BEBA8EAE-BF5A-486C-A8C5-ECC9F3942E4B}">
                <a14:imgProps xmlns:a14="http://schemas.microsoft.com/office/drawing/2010/main">
                  <a14:imgLayer r:embed="rId4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2327" y="4027290"/>
            <a:ext cx="1047210" cy="472770"/>
          </a:xfrm>
          <a:prstGeom prst="rect">
            <a:avLst/>
          </a:prstGeom>
        </p:spPr>
      </p:pic>
      <p:pic>
        <p:nvPicPr>
          <p:cNvPr id="32" name="Picture 31" descr="A red circle with black and grey text&#10;&#10;AI-generated content may be incorrect.">
            <a:extLst>
              <a:ext uri="{FF2B5EF4-FFF2-40B4-BE49-F238E27FC236}">
                <a16:creationId xmlns:a16="http://schemas.microsoft.com/office/drawing/2014/main" id="{F9A67811-1CB3-37B5-2C11-9EF59BA22DBF}"/>
              </a:ext>
            </a:extLst>
          </p:cNvPr>
          <p:cNvPicPr>
            <a:picLocks noChangeAspect="1"/>
          </p:cNvPicPr>
          <p:nvPr/>
        </p:nvPicPr>
        <p:blipFill>
          <a:blip r:embed="rId44" cstate="print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5344" y="4006228"/>
            <a:ext cx="740063" cy="52086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887D5AE-202E-7924-5FF4-7A124A7AD781}"/>
              </a:ext>
            </a:extLst>
          </p:cNvPr>
          <p:cNvPicPr>
            <a:picLocks noChangeAspect="1"/>
          </p:cNvPicPr>
          <p:nvPr/>
        </p:nvPicPr>
        <p:blipFill>
          <a:blip r:embed="rId46" cstate="print">
            <a:extLst>
              <a:ext uri="{BEBA8EAE-BF5A-486C-A8C5-ECC9F3942E4B}">
                <a14:imgProps xmlns:a14="http://schemas.microsoft.com/office/drawing/2010/main">
                  <a14:imgLayer r:embed="rId4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3933" y="4002059"/>
            <a:ext cx="1035870" cy="475143"/>
          </a:xfrm>
          <a:prstGeom prst="rect">
            <a:avLst/>
          </a:prstGeom>
        </p:spPr>
      </p:pic>
      <p:pic>
        <p:nvPicPr>
          <p:cNvPr id="2090" name="Picture 42" descr="Corredor Empresarial - Crunchbase Company Profile &amp; Funding">
            <a:extLst>
              <a:ext uri="{FF2B5EF4-FFF2-40B4-BE49-F238E27FC236}">
                <a16:creationId xmlns:a16="http://schemas.microsoft.com/office/drawing/2014/main" id="{81CF8DBE-94F7-6E96-9214-3F8632D2B1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8" cstate="print">
            <a:extLst>
              <a:ext uri="{BEBA8EAE-BF5A-486C-A8C5-ECC9F3942E4B}">
                <a14:imgProps xmlns:a14="http://schemas.microsoft.com/office/drawing/2010/main">
                  <a14:imgLayer r:embed="rId4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33131" b="33131"/>
          <a:stretch>
            <a:fillRect/>
          </a:stretch>
        </p:blipFill>
        <p:spPr bwMode="auto">
          <a:xfrm>
            <a:off x="693271" y="4918055"/>
            <a:ext cx="997745" cy="33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A green logo with a black background&#10;&#10;AI-generated content may be incorrect.">
            <a:extLst>
              <a:ext uri="{FF2B5EF4-FFF2-40B4-BE49-F238E27FC236}">
                <a16:creationId xmlns:a16="http://schemas.microsoft.com/office/drawing/2014/main" id="{835A53B8-D912-4951-E4AB-9A143AC31018}"/>
              </a:ext>
            </a:extLst>
          </p:cNvPr>
          <p:cNvPicPr>
            <a:picLocks noChangeAspect="1"/>
          </p:cNvPicPr>
          <p:nvPr/>
        </p:nvPicPr>
        <p:blipFill>
          <a:blip r:embed="rId50" cstate="print">
            <a:extLst>
              <a:ext uri="{BEBA8EAE-BF5A-486C-A8C5-ECC9F3942E4B}">
                <a14:imgProps xmlns:a14="http://schemas.microsoft.com/office/drawing/2010/main">
                  <a14:imgLayer r:embed="rId5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0089" y="4918096"/>
            <a:ext cx="997745" cy="39511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2FEA6C4-F663-7CC8-D40B-CCD425840AAF}"/>
              </a:ext>
            </a:extLst>
          </p:cNvPr>
          <p:cNvPicPr>
            <a:picLocks noChangeAspect="1"/>
          </p:cNvPicPr>
          <p:nvPr/>
        </p:nvPicPr>
        <p:blipFill>
          <a:blip r:embed="rId52" cstate="print">
            <a:extLst>
              <a:ext uri="{BEBA8EAE-BF5A-486C-A8C5-ECC9F3942E4B}">
                <a14:imgProps xmlns:a14="http://schemas.microsoft.com/office/drawing/2010/main">
                  <a14:imgLayer r:embed="rId5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8996" y="4896491"/>
            <a:ext cx="1072679" cy="486856"/>
          </a:xfrm>
          <a:prstGeom prst="rect">
            <a:avLst/>
          </a:prstGeom>
        </p:spPr>
      </p:pic>
      <p:pic>
        <p:nvPicPr>
          <p:cNvPr id="38" name="Picture 37" descr="A white number on a black background&#10;&#10;AI-generated content may be incorrect.">
            <a:extLst>
              <a:ext uri="{FF2B5EF4-FFF2-40B4-BE49-F238E27FC236}">
                <a16:creationId xmlns:a16="http://schemas.microsoft.com/office/drawing/2014/main" id="{3E7364DB-DD74-5661-6F19-96C011355A09}"/>
              </a:ext>
            </a:extLst>
          </p:cNvPr>
          <p:cNvPicPr>
            <a:picLocks noChangeAspect="1"/>
          </p:cNvPicPr>
          <p:nvPr/>
        </p:nvPicPr>
        <p:blipFill>
          <a:blip r:embed="rId54" cstate="print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6524" y="4922817"/>
            <a:ext cx="908337" cy="395394"/>
          </a:xfrm>
          <a:prstGeom prst="rect">
            <a:avLst/>
          </a:prstGeom>
        </p:spPr>
      </p:pic>
      <p:pic>
        <p:nvPicPr>
          <p:cNvPr id="40" name="Picture 39" descr="A black and white logo&#10;&#10;AI-generated content may be incorrect.">
            <a:extLst>
              <a:ext uri="{FF2B5EF4-FFF2-40B4-BE49-F238E27FC236}">
                <a16:creationId xmlns:a16="http://schemas.microsoft.com/office/drawing/2014/main" id="{C499BA59-49A8-6AB5-BD66-C1254731BC62}"/>
              </a:ext>
            </a:extLst>
          </p:cNvPr>
          <p:cNvPicPr>
            <a:picLocks noChangeAspect="1"/>
          </p:cNvPicPr>
          <p:nvPr/>
        </p:nvPicPr>
        <p:blipFill>
          <a:blip r:embed="rId56" cstate="print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1764" y="4887033"/>
            <a:ext cx="908337" cy="471470"/>
          </a:xfrm>
          <a:prstGeom prst="rect">
            <a:avLst/>
          </a:prstGeom>
        </p:spPr>
      </p:pic>
      <p:pic>
        <p:nvPicPr>
          <p:cNvPr id="41" name="Picture 6" descr="Unilab">
            <a:extLst>
              <a:ext uri="{FF2B5EF4-FFF2-40B4-BE49-F238E27FC236}">
                <a16:creationId xmlns:a16="http://schemas.microsoft.com/office/drawing/2014/main" id="{1BE390F2-EAA8-1848-9687-B1E457B9D3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8" cstate="print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32797" b="33119"/>
          <a:stretch>
            <a:fillRect/>
          </a:stretch>
        </p:blipFill>
        <p:spPr bwMode="auto">
          <a:xfrm>
            <a:off x="7718438" y="4941274"/>
            <a:ext cx="1013874" cy="345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 descr="A blue and black logo&#10;&#10;AI-generated content may be incorrect.">
            <a:extLst>
              <a:ext uri="{FF2B5EF4-FFF2-40B4-BE49-F238E27FC236}">
                <a16:creationId xmlns:a16="http://schemas.microsoft.com/office/drawing/2014/main" id="{7E9BCBE6-DF03-ABB5-8C44-15755CD0DDCE}"/>
              </a:ext>
            </a:extLst>
          </p:cNvPr>
          <p:cNvPicPr>
            <a:picLocks noChangeAspect="1"/>
          </p:cNvPicPr>
          <p:nvPr/>
        </p:nvPicPr>
        <p:blipFill>
          <a:blip r:embed="rId60" cstate="print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8175" y="4932692"/>
            <a:ext cx="1060005" cy="380341"/>
          </a:xfrm>
          <a:prstGeom prst="rect">
            <a:avLst/>
          </a:prstGeom>
        </p:spPr>
      </p:pic>
      <p:pic>
        <p:nvPicPr>
          <p:cNvPr id="45" name="Picture 4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1118583-1D71-9993-D833-1078A4CDC664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5846" y="4932692"/>
            <a:ext cx="1112044" cy="400978"/>
          </a:xfrm>
          <a:prstGeom prst="rect">
            <a:avLst/>
          </a:prstGeom>
        </p:spPr>
      </p:pic>
      <p:pic>
        <p:nvPicPr>
          <p:cNvPr id="2070" name="Picture 22" descr="Tecnimicro Laboratorio de Analisis - Products, Competitors, Financials,  Employees, Headquarters Locations">
            <a:extLst>
              <a:ext uri="{FF2B5EF4-FFF2-40B4-BE49-F238E27FC236}">
                <a16:creationId xmlns:a16="http://schemas.microsoft.com/office/drawing/2014/main" id="{D7B186E2-FB66-DD50-D2FA-4BAE1CFB2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3">
            <a:extLst>
              <a:ext uri="{BEBA8EAE-BF5A-486C-A8C5-ECC9F3942E4B}">
                <a14:imgProps xmlns:a14="http://schemas.microsoft.com/office/drawing/2010/main">
                  <a14:imgLayer r:embed="rId6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44414" y="3196249"/>
            <a:ext cx="954909" cy="37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Offcorss Outlet Offcorss Ventas Online Offcorss Cosmocentro">
            <a:extLst>
              <a:ext uri="{FF2B5EF4-FFF2-40B4-BE49-F238E27FC236}">
                <a16:creationId xmlns:a16="http://schemas.microsoft.com/office/drawing/2014/main" id="{D6F364ED-F022-B04A-DE69-46C5CC4615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5" cstate="print">
            <a:extLst>
              <a:ext uri="{BEBA8EAE-BF5A-486C-A8C5-ECC9F3942E4B}">
                <a14:imgProps xmlns:a14="http://schemas.microsoft.com/office/drawing/2010/main">
                  <a14:imgLayer r:embed="rId6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7267" b="27267"/>
          <a:stretch>
            <a:fillRect/>
          </a:stretch>
        </p:blipFill>
        <p:spPr bwMode="auto">
          <a:xfrm>
            <a:off x="4882683" y="3233122"/>
            <a:ext cx="1076018" cy="29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6" name="Picture 38" descr="ARM Logotipo-interno-color-vertical-español-02 - ARM">
            <a:extLst>
              <a:ext uri="{FF2B5EF4-FFF2-40B4-BE49-F238E27FC236}">
                <a16:creationId xmlns:a16="http://schemas.microsoft.com/office/drawing/2014/main" id="{3C9BD556-D5A6-4FF8-E339-5460868257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7" cstate="print">
            <a:extLst>
              <a:ext uri="{BEBA8EAE-BF5A-486C-A8C5-ECC9F3942E4B}">
                <a14:imgProps xmlns:a14="http://schemas.microsoft.com/office/drawing/2010/main">
                  <a14:imgLayer r:embed="rId6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094" t="14506" r="5094" b="19066"/>
          <a:stretch>
            <a:fillRect/>
          </a:stretch>
        </p:blipFill>
        <p:spPr bwMode="auto">
          <a:xfrm>
            <a:off x="2093005" y="3135146"/>
            <a:ext cx="1024661" cy="50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8" name="Picture 40">
            <a:extLst>
              <a:ext uri="{FF2B5EF4-FFF2-40B4-BE49-F238E27FC236}">
                <a16:creationId xmlns:a16="http://schemas.microsoft.com/office/drawing/2014/main" id="{13AFE56D-BD91-E4F2-A223-C1FD672C7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9" cstate="print">
            <a:extLst>
              <a:ext uri="{BEBA8EAE-BF5A-486C-A8C5-ECC9F3942E4B}">
                <a14:imgProps xmlns:a14="http://schemas.microsoft.com/office/drawing/2010/main">
                  <a14:imgLayer r:embed="rId7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3271" y="3300003"/>
            <a:ext cx="997745" cy="16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 descr="A logo with a smile&#10;&#10;AI-generated content may be incorrect.">
            <a:extLst>
              <a:ext uri="{FF2B5EF4-FFF2-40B4-BE49-F238E27FC236}">
                <a16:creationId xmlns:a16="http://schemas.microsoft.com/office/drawing/2014/main" id="{0F7483FA-7D15-1ABB-3014-BF91052332BC}"/>
              </a:ext>
            </a:extLst>
          </p:cNvPr>
          <p:cNvPicPr>
            <a:picLocks noChangeAspect="1"/>
          </p:cNvPicPr>
          <p:nvPr/>
        </p:nvPicPr>
        <p:blipFill>
          <a:blip r:embed="rId71" cstate="print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0952" y="3138864"/>
            <a:ext cx="1076018" cy="487253"/>
          </a:xfrm>
          <a:prstGeom prst="rect">
            <a:avLst/>
          </a:prstGeom>
        </p:spPr>
      </p:pic>
      <p:pic>
        <p:nvPicPr>
          <p:cNvPr id="21" name="Picture 20" descr="A logo with a person in the middle&#10;&#10;AI-generated content may be incorrect.">
            <a:extLst>
              <a:ext uri="{FF2B5EF4-FFF2-40B4-BE49-F238E27FC236}">
                <a16:creationId xmlns:a16="http://schemas.microsoft.com/office/drawing/2014/main" id="{C29E99A4-D10B-7CF1-AC34-95D5CE44D150}"/>
              </a:ext>
            </a:extLst>
          </p:cNvPr>
          <p:cNvPicPr>
            <a:picLocks noChangeAspect="1"/>
          </p:cNvPicPr>
          <p:nvPr/>
        </p:nvPicPr>
        <p:blipFill>
          <a:blip r:embed="rId73" cstate="print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76195" y="3174819"/>
            <a:ext cx="1079475" cy="427045"/>
          </a:xfrm>
          <a:prstGeom prst="rect">
            <a:avLst/>
          </a:prstGeom>
        </p:spPr>
      </p:pic>
      <p:pic>
        <p:nvPicPr>
          <p:cNvPr id="25" name="Picture 24" descr="A black and grey text&#10;&#10;AI-generated content may be incorrect.">
            <a:extLst>
              <a:ext uri="{FF2B5EF4-FFF2-40B4-BE49-F238E27FC236}">
                <a16:creationId xmlns:a16="http://schemas.microsoft.com/office/drawing/2014/main" id="{C1FF34CB-43AD-4F64-D2AD-A6594C26221C}"/>
              </a:ext>
            </a:extLst>
          </p:cNvPr>
          <p:cNvPicPr>
            <a:picLocks noChangeAspect="1"/>
          </p:cNvPicPr>
          <p:nvPr/>
        </p:nvPicPr>
        <p:blipFill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27562" y="3232943"/>
            <a:ext cx="1021230" cy="30313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D4DA438-5D31-688D-6629-BB8ED8503C85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7901553" y="3123240"/>
            <a:ext cx="647645" cy="528884"/>
          </a:xfrm>
          <a:prstGeom prst="rect">
            <a:avLst/>
          </a:prstGeom>
        </p:spPr>
      </p:pic>
      <p:pic>
        <p:nvPicPr>
          <p:cNvPr id="2096" name="Picture 48" descr="Cooperativa asociada ¡esta información es de tu interés! | Confecoop  Antioquia">
            <a:extLst>
              <a:ext uri="{FF2B5EF4-FFF2-40B4-BE49-F238E27FC236}">
                <a16:creationId xmlns:a16="http://schemas.microsoft.com/office/drawing/2014/main" id="{8A523929-4D2A-B6CE-0B9A-0560D277B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9" cstate="print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7173" y="5679310"/>
            <a:ext cx="669941" cy="66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blue and tan text on a black background&#10;&#10;AI-generated content may be incorrect.">
            <a:extLst>
              <a:ext uri="{FF2B5EF4-FFF2-40B4-BE49-F238E27FC236}">
                <a16:creationId xmlns:a16="http://schemas.microsoft.com/office/drawing/2014/main" id="{DEC1D39B-BAE3-F655-76C8-B590EC8EB8AB}"/>
              </a:ext>
            </a:extLst>
          </p:cNvPr>
          <p:cNvPicPr>
            <a:picLocks noChangeAspect="1"/>
          </p:cNvPicPr>
          <p:nvPr/>
        </p:nvPicPr>
        <p:blipFill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0089" y="5819179"/>
            <a:ext cx="997745" cy="379143"/>
          </a:xfrm>
          <a:prstGeom prst="rect">
            <a:avLst/>
          </a:prstGeom>
        </p:spPr>
      </p:pic>
      <p:pic>
        <p:nvPicPr>
          <p:cNvPr id="2100" name="Picture 52" descr="Pagos Vivell S.A.S">
            <a:extLst>
              <a:ext uri="{FF2B5EF4-FFF2-40B4-BE49-F238E27FC236}">
                <a16:creationId xmlns:a16="http://schemas.microsoft.com/office/drawing/2014/main" id="{F29A0032-780B-FA1A-5391-163F15BC0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3" cstate="print">
            <a:extLst>
              <a:ext uri="{BEBA8EAE-BF5A-486C-A8C5-ECC9F3942E4B}">
                <a14:imgProps xmlns:a14="http://schemas.microsoft.com/office/drawing/2010/main">
                  <a14:imgLayer r:embed="rId8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73012" y="5867172"/>
            <a:ext cx="1085840" cy="303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8">
            <a:extLst>
              <a:ext uri="{FF2B5EF4-FFF2-40B4-BE49-F238E27FC236}">
                <a16:creationId xmlns:a16="http://schemas.microsoft.com/office/drawing/2014/main" id="{D2BB5869-AFA5-2F80-56A1-0F675C824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75085" y="5867172"/>
            <a:ext cx="1060500" cy="222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0" descr="Gestión Administrativa - Soluciones Enviexpress">
            <a:extLst>
              <a:ext uri="{FF2B5EF4-FFF2-40B4-BE49-F238E27FC236}">
                <a16:creationId xmlns:a16="http://schemas.microsoft.com/office/drawing/2014/main" id="{09DFC11C-D32D-594A-8EEF-36A5BF2889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6" cstate="print">
            <a:extLst>
              <a:ext uri="{BEBA8EAE-BF5A-486C-A8C5-ECC9F3942E4B}">
                <a14:imgProps xmlns:a14="http://schemas.microsoft.com/office/drawing/2010/main">
                  <a14:imgLayer r:embed="rId8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9528" b="9528"/>
          <a:stretch>
            <a:fillRect/>
          </a:stretch>
        </p:blipFill>
        <p:spPr bwMode="auto">
          <a:xfrm>
            <a:off x="5085722" y="5708083"/>
            <a:ext cx="669940" cy="542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BB6E87-A95C-61EB-2B7C-E6146B8AC72B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9209854" y="5732362"/>
            <a:ext cx="856647" cy="5806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9FD823-6C27-5279-9B79-93E8B08571FE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BEBA8EAE-BF5A-486C-A8C5-ECC9F3942E4B}">
                <a14:imgProps xmlns:a14="http://schemas.microsoft.com/office/drawing/2010/main">
                  <a14:imgLayer r:embed="rId9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5595" y="5805224"/>
            <a:ext cx="1119561" cy="35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265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22A0B-3253-F747-AF27-BDA902F28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11D54FD-377D-50D8-E4B8-3792D736C4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376" y="423474"/>
            <a:ext cx="7009719" cy="355341"/>
          </a:xfrm>
        </p:spPr>
        <p:txBody>
          <a:bodyPr/>
          <a:lstStyle/>
          <a:p>
            <a:pPr algn="l"/>
            <a:r>
              <a:rPr lang="en-US" dirty="0"/>
              <a:t>Our Customers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01023A1-BCD9-AC4A-31F5-B2A615D94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236" y="841054"/>
            <a:ext cx="8228920" cy="355341"/>
          </a:xfrm>
        </p:spPr>
        <p:txBody>
          <a:bodyPr/>
          <a:lstStyle/>
          <a:p>
            <a:pPr algn="l"/>
            <a:r>
              <a:rPr lang="en-US" dirty="0"/>
              <a:t>Government, Financial, Automative, Transportation, and Others</a:t>
            </a:r>
          </a:p>
        </p:txBody>
      </p:sp>
      <p:pic>
        <p:nvPicPr>
          <p:cNvPr id="3078" name="Picture 6" descr="Home | Cooperativa Telepostal">
            <a:extLst>
              <a:ext uri="{FF2B5EF4-FFF2-40B4-BE49-F238E27FC236}">
                <a16:creationId xmlns:a16="http://schemas.microsoft.com/office/drawing/2014/main" id="{CC6D13BF-B299-92F2-7D32-770EDC040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46701" y="1489075"/>
            <a:ext cx="945146" cy="649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Auteco - Wikipedia">
            <a:extLst>
              <a:ext uri="{FF2B5EF4-FFF2-40B4-BE49-F238E27FC236}">
                <a16:creationId xmlns:a16="http://schemas.microsoft.com/office/drawing/2014/main" id="{83EE3B27-E612-97BB-15DB-25897C0CA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35120" y="1550895"/>
            <a:ext cx="945147" cy="510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logo with text on it&#10;&#10;AI-generated content may be incorrect.">
            <a:extLst>
              <a:ext uri="{FF2B5EF4-FFF2-40B4-BE49-F238E27FC236}">
                <a16:creationId xmlns:a16="http://schemas.microsoft.com/office/drawing/2014/main" id="{DE1B32CB-9FD1-9E80-3C50-9A3474C3F25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8825" y="1541319"/>
            <a:ext cx="1004560" cy="495001"/>
          </a:xfrm>
          <a:prstGeom prst="rect">
            <a:avLst/>
          </a:prstGeom>
        </p:spPr>
      </p:pic>
      <p:pic>
        <p:nvPicPr>
          <p:cNvPr id="2" name="Picture 2" descr="Trabajando en Supersociedades | Great Place To Work® Colombia">
            <a:extLst>
              <a:ext uri="{FF2B5EF4-FFF2-40B4-BE49-F238E27FC236}">
                <a16:creationId xmlns:a16="http://schemas.microsoft.com/office/drawing/2014/main" id="{84CF3DAF-5FA7-8936-88B4-E57825284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6263" y="1662687"/>
            <a:ext cx="1190625" cy="30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3CF3CCC9-3B5B-ABFF-849C-A7A26D14A14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5820" y="1676555"/>
            <a:ext cx="953160" cy="264958"/>
          </a:xfrm>
          <a:prstGeom prst="rect">
            <a:avLst/>
          </a:prstGeom>
        </p:spPr>
      </p:pic>
      <p:pic>
        <p:nvPicPr>
          <p:cNvPr id="12" name="Picture 6" descr="Confraternidad Carcelaria de Colombia: 45 años por la paz">
            <a:extLst>
              <a:ext uri="{FF2B5EF4-FFF2-40B4-BE49-F238E27FC236}">
                <a16:creationId xmlns:a16="http://schemas.microsoft.com/office/drawing/2014/main" id="{1E4B9508-4351-C390-4501-0BB2210D81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5901" t="38291" r="14973" b="38291"/>
          <a:stretch>
            <a:fillRect/>
          </a:stretch>
        </p:blipFill>
        <p:spPr bwMode="auto">
          <a:xfrm>
            <a:off x="2104710" y="1655055"/>
            <a:ext cx="870196" cy="29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Pontificia Universidad Javeriana - Wikipedia">
            <a:extLst>
              <a:ext uri="{FF2B5EF4-FFF2-40B4-BE49-F238E27FC236}">
                <a16:creationId xmlns:a16="http://schemas.microsoft.com/office/drawing/2014/main" id="{A27C2B2E-6C8F-BED6-3797-2EA8D9D5C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567" y="1462882"/>
            <a:ext cx="671220" cy="671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A9252F92-3B0B-E628-A95D-195B9143A0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1276" t="11790" r="11276" b="12406"/>
          <a:stretch>
            <a:fillRect/>
          </a:stretch>
        </p:blipFill>
        <p:spPr bwMode="auto">
          <a:xfrm>
            <a:off x="10652495" y="1625884"/>
            <a:ext cx="811734" cy="367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 descr="Asopagos">
            <a:extLst>
              <a:ext uri="{FF2B5EF4-FFF2-40B4-BE49-F238E27FC236}">
                <a16:creationId xmlns:a16="http://schemas.microsoft.com/office/drawing/2014/main" id="{4F784BF3-DE04-E88A-602D-DB85B0EDB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5873" y="5900737"/>
            <a:ext cx="1007870" cy="22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635B8F5-2850-7384-BD6B-6AA3AEF4639B}"/>
              </a:ext>
            </a:extLst>
          </p:cNvPr>
          <p:cNvPicPr>
            <a:picLocks noChangeAspect="1"/>
          </p:cNvPicPr>
          <p:nvPr/>
        </p:nvPicPr>
        <p:blipFill>
          <a:blip r:embed="rId21">
            <a:lum bright="100000"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10997" t="29892" r="10997" b="33000"/>
          <a:stretch>
            <a:fillRect/>
          </a:stretch>
        </p:blipFill>
        <p:spPr>
          <a:xfrm>
            <a:off x="7840505" y="5780352"/>
            <a:ext cx="734377" cy="452104"/>
          </a:xfrm>
          <a:prstGeom prst="rect">
            <a:avLst/>
          </a:prstGeom>
        </p:spPr>
      </p:pic>
      <p:pic>
        <p:nvPicPr>
          <p:cNvPr id="26" name="Picture 25" descr="A blue and orange text on a black background&#10;&#10;AI-generated content may be incorrect.">
            <a:extLst>
              <a:ext uri="{FF2B5EF4-FFF2-40B4-BE49-F238E27FC236}">
                <a16:creationId xmlns:a16="http://schemas.microsoft.com/office/drawing/2014/main" id="{0A8D2046-FA91-66BE-4F64-53C493869789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9491" y="5764917"/>
            <a:ext cx="985819" cy="409663"/>
          </a:xfrm>
          <a:prstGeom prst="rect">
            <a:avLst/>
          </a:prstGeom>
        </p:spPr>
      </p:pic>
      <p:pic>
        <p:nvPicPr>
          <p:cNvPr id="29" name="Picture 28" descr="A black and white logo&#10;&#10;AI-generated content may be incorrect.">
            <a:extLst>
              <a:ext uri="{FF2B5EF4-FFF2-40B4-BE49-F238E27FC236}">
                <a16:creationId xmlns:a16="http://schemas.microsoft.com/office/drawing/2014/main" id="{B2066845-3BB7-8841-87F9-5EBA65D2B02E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23827" y="5780352"/>
            <a:ext cx="1028701" cy="515973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0A313300-ECCF-917A-A4C2-06B5DC264E6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906714" y="5863891"/>
            <a:ext cx="948782" cy="283135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693DF635-F6F2-194C-7598-F88FCEBE749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463331" y="5861590"/>
            <a:ext cx="711887" cy="285435"/>
          </a:xfrm>
          <a:prstGeom prst="rect">
            <a:avLst/>
          </a:prstGeom>
        </p:spPr>
      </p:pic>
      <p:pic>
        <p:nvPicPr>
          <p:cNvPr id="44" name="Picture 43" descr="A blue and black sign with text&#10;&#10;AI-generated content may be incorrect.">
            <a:extLst>
              <a:ext uri="{FF2B5EF4-FFF2-40B4-BE49-F238E27FC236}">
                <a16:creationId xmlns:a16="http://schemas.microsoft.com/office/drawing/2014/main" id="{E1B2FB1F-1818-26CB-6AF4-FF2A9E63F648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440" y="5878190"/>
            <a:ext cx="1024271" cy="261253"/>
          </a:xfrm>
          <a:prstGeom prst="rect">
            <a:avLst/>
          </a:prstGeom>
        </p:spPr>
      </p:pic>
      <p:pic>
        <p:nvPicPr>
          <p:cNvPr id="3074" name="Picture 2" descr="Renting Colombia | Logopedia | Fandom">
            <a:extLst>
              <a:ext uri="{FF2B5EF4-FFF2-40B4-BE49-F238E27FC236}">
                <a16:creationId xmlns:a16="http://schemas.microsoft.com/office/drawing/2014/main" id="{EFA1EF6B-6AF5-138D-60BB-EBD63BE41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 cstate="print">
            <a:extLst>
              <a:ext uri="{BEBA8EAE-BF5A-486C-A8C5-ECC9F3942E4B}">
                <a14:imgProps xmlns:a14="http://schemas.microsoft.com/office/drawing/2010/main">
                  <a14:imgLayer r:embed="rId3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8555" y="4249813"/>
            <a:ext cx="1002507" cy="301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Ultraserfinco contempla nuevos recortes de tasas del BanRep">
            <a:extLst>
              <a:ext uri="{FF2B5EF4-FFF2-40B4-BE49-F238E27FC236}">
                <a16:creationId xmlns:a16="http://schemas.microsoft.com/office/drawing/2014/main" id="{3A80D77A-9C91-0EE0-0B8E-53A0934A04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5">
            <a:extLst>
              <a:ext uri="{BEBA8EAE-BF5A-486C-A8C5-ECC9F3942E4B}">
                <a14:imgProps xmlns:a14="http://schemas.microsoft.com/office/drawing/2010/main">
                  <a14:imgLayer r:embed="rId3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7800" t="31667" r="7800" b="36334"/>
          <a:stretch>
            <a:fillRect/>
          </a:stretch>
        </p:blipFill>
        <p:spPr bwMode="auto">
          <a:xfrm>
            <a:off x="3452812" y="4289556"/>
            <a:ext cx="1019176" cy="23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Multiportal - Coonfie">
            <a:extLst>
              <a:ext uri="{FF2B5EF4-FFF2-40B4-BE49-F238E27FC236}">
                <a16:creationId xmlns:a16="http://schemas.microsoft.com/office/drawing/2014/main" id="{6CDE162B-5BBF-65C9-9CE3-08F92C2BE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 cstate="print">
            <a:extLst>
              <a:ext uri="{BEBA8EAE-BF5A-486C-A8C5-ECC9F3942E4B}">
                <a14:imgProps xmlns:a14="http://schemas.microsoft.com/office/drawing/2010/main">
                  <a14:imgLayer r:embed="rId3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71517" y="4244538"/>
            <a:ext cx="1019176" cy="334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black background with white dots&#10;&#10;AI-generated content may be incorrect.">
            <a:extLst>
              <a:ext uri="{FF2B5EF4-FFF2-40B4-BE49-F238E27FC236}">
                <a16:creationId xmlns:a16="http://schemas.microsoft.com/office/drawing/2014/main" id="{902AB3E9-FBC8-12E9-6F57-AC215FACDDB8}"/>
              </a:ext>
            </a:extLst>
          </p:cNvPr>
          <p:cNvPicPr>
            <a:picLocks noChangeAspect="1"/>
          </p:cNvPicPr>
          <p:nvPr/>
        </p:nvPicPr>
        <p:blipFill>
          <a:blip r:embed="rId39" cstate="print">
            <a:extLst>
              <a:ext uri="{BEBA8EAE-BF5A-486C-A8C5-ECC9F3942E4B}">
                <a14:imgProps xmlns:a14="http://schemas.microsoft.com/office/drawing/2010/main">
                  <a14:imgLayer r:embed="rId4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6684" t="10553" r="7956" b="10553"/>
          <a:stretch>
            <a:fillRect/>
          </a:stretch>
        </p:blipFill>
        <p:spPr>
          <a:xfrm>
            <a:off x="10533296" y="4273989"/>
            <a:ext cx="1050132" cy="264085"/>
          </a:xfrm>
          <a:prstGeom prst="rect">
            <a:avLst/>
          </a:prstGeom>
        </p:spPr>
      </p:pic>
      <p:pic>
        <p:nvPicPr>
          <p:cNvPr id="9" name="Picture 8" descr="A green letters on a black background&#10;&#10;AI-generated content may be incorrect.">
            <a:extLst>
              <a:ext uri="{FF2B5EF4-FFF2-40B4-BE49-F238E27FC236}">
                <a16:creationId xmlns:a16="http://schemas.microsoft.com/office/drawing/2014/main" id="{2E4A819B-F2AA-4BB6-6661-7120AF4AA5AE}"/>
              </a:ext>
            </a:extLst>
          </p:cNvPr>
          <p:cNvPicPr>
            <a:picLocks noChangeAspect="1"/>
          </p:cNvPicPr>
          <p:nvPr/>
        </p:nvPicPr>
        <p:blipFill>
          <a:blip r:embed="rId41" cstate="print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9546" y="4254830"/>
            <a:ext cx="957262" cy="295537"/>
          </a:xfrm>
          <a:prstGeom prst="rect">
            <a:avLst/>
          </a:prstGeom>
        </p:spPr>
      </p:pic>
      <p:pic>
        <p:nvPicPr>
          <p:cNvPr id="36" name="Picture 35" descr="A yellow and black logo&#10;&#10;AI-generated content may be incorrect.">
            <a:extLst>
              <a:ext uri="{FF2B5EF4-FFF2-40B4-BE49-F238E27FC236}">
                <a16:creationId xmlns:a16="http://schemas.microsoft.com/office/drawing/2014/main" id="{B49380D3-A6AA-05C9-D392-46A9C2ABBF3C}"/>
              </a:ext>
            </a:extLst>
          </p:cNvPr>
          <p:cNvPicPr>
            <a:picLocks noChangeAspect="1"/>
          </p:cNvPicPr>
          <p:nvPr/>
        </p:nvPicPr>
        <p:blipFill>
          <a:blip r:embed="rId43" cstate="print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1814" y="4103929"/>
            <a:ext cx="494920" cy="609865"/>
          </a:xfrm>
          <a:prstGeom prst="rect">
            <a:avLst/>
          </a:prstGeom>
        </p:spPr>
      </p:pic>
      <p:pic>
        <p:nvPicPr>
          <p:cNvPr id="40" name="Picture 39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158AB021-6C3B-81D1-BCA7-215EFCFFBCFE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29062" y="4075170"/>
            <a:ext cx="957262" cy="626676"/>
          </a:xfrm>
          <a:prstGeom prst="rect">
            <a:avLst/>
          </a:prstGeom>
        </p:spPr>
      </p:pic>
      <p:pic>
        <p:nvPicPr>
          <p:cNvPr id="1036" name="Picture 12" descr="Oferta de la Fuerza Aérea | Fuerza Aeroespacial Colombiana">
            <a:extLst>
              <a:ext uri="{FF2B5EF4-FFF2-40B4-BE49-F238E27FC236}">
                <a16:creationId xmlns:a16="http://schemas.microsoft.com/office/drawing/2014/main" id="{5ED9E034-4598-7BF4-417D-8D948BA744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7" cstate="print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11000"/>
          <a:stretch>
            <a:fillRect/>
          </a:stretch>
        </p:blipFill>
        <p:spPr bwMode="auto">
          <a:xfrm>
            <a:off x="641747" y="4279688"/>
            <a:ext cx="1059657" cy="271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7B9FCE0-26A1-6880-D2ED-54F14075535D}"/>
              </a:ext>
            </a:extLst>
          </p:cNvPr>
          <p:cNvPicPr>
            <a:picLocks noChangeAspect="1"/>
          </p:cNvPicPr>
          <p:nvPr/>
        </p:nvPicPr>
        <p:blipFill>
          <a:blip r:embed="rId49">
            <a:lum bright="100000"/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4871517" y="5091356"/>
            <a:ext cx="1019176" cy="299758"/>
          </a:xfrm>
          <a:prstGeom prst="rect">
            <a:avLst/>
          </a:prstGeom>
        </p:spPr>
      </p:pic>
      <p:pic>
        <p:nvPicPr>
          <p:cNvPr id="3098" name="Picture 26" descr="2022 Oracle Innovation Challenge | MIT Sloan Sports Analytics Conference">
            <a:extLst>
              <a:ext uri="{FF2B5EF4-FFF2-40B4-BE49-F238E27FC236}">
                <a16:creationId xmlns:a16="http://schemas.microsoft.com/office/drawing/2014/main" id="{2FD9C625-80AF-14CA-CEAA-C57611672E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1" cstate="print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36102" b="36102"/>
          <a:stretch>
            <a:fillRect/>
          </a:stretch>
        </p:blipFill>
        <p:spPr bwMode="auto">
          <a:xfrm>
            <a:off x="10614095" y="5168195"/>
            <a:ext cx="888534" cy="138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Nuestra Cooperativa | Cootrasena">
            <a:extLst>
              <a:ext uri="{FF2B5EF4-FFF2-40B4-BE49-F238E27FC236}">
                <a16:creationId xmlns:a16="http://schemas.microsoft.com/office/drawing/2014/main" id="{0D39D195-1D28-05AF-A26B-E6B788818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5873" y="5106021"/>
            <a:ext cx="1007870" cy="27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F648AA01-A4E1-8D89-A9AA-8F64E613EE1E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b="15383"/>
          <a:stretch>
            <a:fillRect/>
          </a:stretch>
        </p:blipFill>
        <p:spPr>
          <a:xfrm>
            <a:off x="7906227" y="4983005"/>
            <a:ext cx="602932" cy="546914"/>
          </a:xfrm>
          <a:prstGeom prst="rect">
            <a:avLst/>
          </a:prstGeom>
        </p:spPr>
      </p:pic>
      <p:pic>
        <p:nvPicPr>
          <p:cNvPr id="38" name="Picture 37" descr="A black and white logo&#10;&#10;AI-generated content may be incorrect.">
            <a:extLst>
              <a:ext uri="{FF2B5EF4-FFF2-40B4-BE49-F238E27FC236}">
                <a16:creationId xmlns:a16="http://schemas.microsoft.com/office/drawing/2014/main" id="{6DDE2213-931B-2F8C-C7E9-CBCC090554D2}"/>
              </a:ext>
            </a:extLst>
          </p:cNvPr>
          <p:cNvPicPr>
            <a:picLocks noChangeAspect="1"/>
          </p:cNvPicPr>
          <p:nvPr/>
        </p:nvPicPr>
        <p:blipFill>
          <a:blip r:embed="rId57" cstate="print">
            <a:extLst>
              <a:ext uri="{BEBA8EAE-BF5A-486C-A8C5-ECC9F3942E4B}">
                <a14:imgProps xmlns:a14="http://schemas.microsoft.com/office/drawing/2010/main">
                  <a14:imgLayer r:embed="rId5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2073" y="5075748"/>
            <a:ext cx="960655" cy="347021"/>
          </a:xfrm>
          <a:prstGeom prst="rect">
            <a:avLst/>
          </a:prstGeom>
        </p:spPr>
      </p:pic>
      <p:pic>
        <p:nvPicPr>
          <p:cNvPr id="1032" name="Picture 8" descr="Maliplas S.A.S">
            <a:extLst>
              <a:ext uri="{FF2B5EF4-FFF2-40B4-BE49-F238E27FC236}">
                <a16:creationId xmlns:a16="http://schemas.microsoft.com/office/drawing/2014/main" id="{F27B1254-E739-1F0C-8E66-4F07295DB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9" cstate="print">
            <a:extLst>
              <a:ext uri="{BEBA8EAE-BF5A-486C-A8C5-ECC9F3942E4B}">
                <a14:imgProps xmlns:a14="http://schemas.microsoft.com/office/drawing/2010/main">
                  <a14:imgLayer r:embed="rId6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93245" y="5024259"/>
            <a:ext cx="852059" cy="369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enseta – Capture and analyze">
            <a:extLst>
              <a:ext uri="{FF2B5EF4-FFF2-40B4-BE49-F238E27FC236}">
                <a16:creationId xmlns:a16="http://schemas.microsoft.com/office/drawing/2014/main" id="{8D2301A3-4C51-8143-C300-A20061F5E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1">
            <a:extLst>
              <a:ext uri="{BEBA8EAE-BF5A-486C-A8C5-ECC9F3942E4B}">
                <a14:imgProps xmlns:a14="http://schemas.microsoft.com/office/drawing/2010/main">
                  <a14:imgLayer r:embed="rId6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58377" y="4956868"/>
            <a:ext cx="759600" cy="47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8" descr="A black and white logo&#10;&#10;AI-generated content may be incorrect.">
            <a:extLst>
              <a:ext uri="{FF2B5EF4-FFF2-40B4-BE49-F238E27FC236}">
                <a16:creationId xmlns:a16="http://schemas.microsoft.com/office/drawing/2014/main" id="{EF601EA2-733D-ADA0-CB0F-45655BAFB9A8}"/>
              </a:ext>
            </a:extLst>
          </p:cNvPr>
          <p:cNvPicPr>
            <a:picLocks noChangeAspect="1"/>
          </p:cNvPicPr>
          <p:nvPr/>
        </p:nvPicPr>
        <p:blipFill>
          <a:blip r:embed="rId6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8006" y="4948791"/>
            <a:ext cx="587138" cy="577729"/>
          </a:xfrm>
          <a:prstGeom prst="rect">
            <a:avLst/>
          </a:prstGeom>
        </p:spPr>
      </p:pic>
      <p:pic>
        <p:nvPicPr>
          <p:cNvPr id="3100" name="Picture 28" descr="Transportes Rapido Ochoa Logo Download png">
            <a:extLst>
              <a:ext uri="{FF2B5EF4-FFF2-40B4-BE49-F238E27FC236}">
                <a16:creationId xmlns:a16="http://schemas.microsoft.com/office/drawing/2014/main" id="{3F7754EE-B5D9-7CF4-9447-2722965779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 cstate="print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40731" b="40731"/>
          <a:stretch>
            <a:fillRect/>
          </a:stretch>
        </p:blipFill>
        <p:spPr bwMode="auto">
          <a:xfrm>
            <a:off x="7692868" y="3459448"/>
            <a:ext cx="1029651" cy="19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black and white logo&#10;&#10;AI-generated content may be incorrect.">
            <a:extLst>
              <a:ext uri="{FF2B5EF4-FFF2-40B4-BE49-F238E27FC236}">
                <a16:creationId xmlns:a16="http://schemas.microsoft.com/office/drawing/2014/main" id="{4F605EB0-1977-0F0D-D80E-893FC8A7A598}"/>
              </a:ext>
            </a:extLst>
          </p:cNvPr>
          <p:cNvPicPr>
            <a:picLocks noChangeAspect="1"/>
          </p:cNvPicPr>
          <p:nvPr/>
        </p:nvPicPr>
        <p:blipFill>
          <a:blip r:embed="rId6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1057" y="3413501"/>
            <a:ext cx="1040097" cy="273070"/>
          </a:xfrm>
          <a:prstGeom prst="rect">
            <a:avLst/>
          </a:prstGeom>
        </p:spPr>
      </p:pic>
      <p:pic>
        <p:nvPicPr>
          <p:cNvPr id="5" name="Picture 4" descr="Cofincafe - Crunchbase Company Profile &amp; Funding">
            <a:extLst>
              <a:ext uri="{FF2B5EF4-FFF2-40B4-BE49-F238E27FC236}">
                <a16:creationId xmlns:a16="http://schemas.microsoft.com/office/drawing/2014/main" id="{7E176C7C-A881-4A79-2901-5D0657B4C1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7" cstate="print">
            <a:extLst>
              <a:ext uri="{BEBA8EAE-BF5A-486C-A8C5-ECC9F3942E4B}">
                <a14:imgProps xmlns:a14="http://schemas.microsoft.com/office/drawing/2010/main">
                  <a14:imgLayer r:embed="rId6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35352" b="35352"/>
          <a:stretch>
            <a:fillRect/>
          </a:stretch>
        </p:blipFill>
        <p:spPr bwMode="auto">
          <a:xfrm>
            <a:off x="3496360" y="3418264"/>
            <a:ext cx="932080" cy="273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Universidad de Antioquia (Colombia) | Engineering For Change">
            <a:extLst>
              <a:ext uri="{FF2B5EF4-FFF2-40B4-BE49-F238E27FC236}">
                <a16:creationId xmlns:a16="http://schemas.microsoft.com/office/drawing/2014/main" id="{A9C60AD3-BE86-6D1B-3C90-6ACCA5110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9" cstate="print">
            <a:extLst>
              <a:ext uri="{BEBA8EAE-BF5A-486C-A8C5-ECC9F3942E4B}">
                <a14:imgProps xmlns:a14="http://schemas.microsoft.com/office/drawing/2010/main">
                  <a14:imgLayer r:embed="rId7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76202" y="3408737"/>
            <a:ext cx="1123950" cy="282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Liga Antioqueña de Fútbol - Home">
            <a:extLst>
              <a:ext uri="{FF2B5EF4-FFF2-40B4-BE49-F238E27FC236}">
                <a16:creationId xmlns:a16="http://schemas.microsoft.com/office/drawing/2014/main" id="{D87E4054-5CFC-7969-C776-853B8E148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1" cstate="print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56664" y="3260400"/>
            <a:ext cx="966288" cy="579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A red text on a black background&#10;&#10;AI-generated content may be incorrect.">
            <a:extLst>
              <a:ext uri="{FF2B5EF4-FFF2-40B4-BE49-F238E27FC236}">
                <a16:creationId xmlns:a16="http://schemas.microsoft.com/office/drawing/2014/main" id="{34C30B5A-6226-008C-4C9B-78EF1A59C620}"/>
              </a:ext>
            </a:extLst>
          </p:cNvPr>
          <p:cNvPicPr>
            <a:picLocks noChangeAspect="1"/>
          </p:cNvPicPr>
          <p:nvPr/>
        </p:nvPicPr>
        <p:blipFill>
          <a:blip r:embed="rId73" cstate="print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6130" y="3408101"/>
            <a:ext cx="966288" cy="278770"/>
          </a:xfrm>
          <a:prstGeom prst="rect">
            <a:avLst/>
          </a:prstGeom>
        </p:spPr>
      </p:pic>
      <p:pic>
        <p:nvPicPr>
          <p:cNvPr id="30" name="Picture 29" descr="A blue rectangle with black text&#10;&#10;AI-generated content may be incorrect.">
            <a:extLst>
              <a:ext uri="{FF2B5EF4-FFF2-40B4-BE49-F238E27FC236}">
                <a16:creationId xmlns:a16="http://schemas.microsoft.com/office/drawing/2014/main" id="{C7413EBA-0008-604D-CD68-F65617A3A663}"/>
              </a:ext>
            </a:extLst>
          </p:cNvPr>
          <p:cNvPicPr>
            <a:picLocks noChangeAspect="1"/>
          </p:cNvPicPr>
          <p:nvPr/>
        </p:nvPicPr>
        <p:blipFill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3296" y="3403363"/>
            <a:ext cx="1050132" cy="353849"/>
          </a:xfrm>
          <a:prstGeom prst="rect">
            <a:avLst/>
          </a:prstGeom>
        </p:spPr>
      </p:pic>
      <p:pic>
        <p:nvPicPr>
          <p:cNvPr id="51" name="Picture 50" descr="A black rectangle with blue text&#10;&#10;AI-generated content may be incorrect.">
            <a:extLst>
              <a:ext uri="{FF2B5EF4-FFF2-40B4-BE49-F238E27FC236}">
                <a16:creationId xmlns:a16="http://schemas.microsoft.com/office/drawing/2014/main" id="{37DAE1E6-744B-71B7-D070-5B3F0B314CD9}"/>
              </a:ext>
            </a:extLst>
          </p:cNvPr>
          <p:cNvPicPr>
            <a:picLocks noChangeAspect="1"/>
          </p:cNvPicPr>
          <p:nvPr/>
        </p:nvPicPr>
        <p:blipFill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440" y="3432364"/>
            <a:ext cx="1024271" cy="261253"/>
          </a:xfrm>
          <a:prstGeom prst="rect">
            <a:avLst/>
          </a:prstGeom>
        </p:spPr>
      </p:pic>
      <p:pic>
        <p:nvPicPr>
          <p:cNvPr id="23" name="Picture 22" descr="A close up of a logo&#10;&#10;AI-generated content may be incorrect.">
            <a:extLst>
              <a:ext uri="{FF2B5EF4-FFF2-40B4-BE49-F238E27FC236}">
                <a16:creationId xmlns:a16="http://schemas.microsoft.com/office/drawing/2014/main" id="{0A7AF15B-6279-72B5-8DC7-2FD6F331E50A}"/>
              </a:ext>
            </a:extLst>
          </p:cNvPr>
          <p:cNvPicPr>
            <a:picLocks noChangeAspect="1"/>
          </p:cNvPicPr>
          <p:nvPr/>
        </p:nvPicPr>
        <p:blipFill>
          <a:blip r:embed="rId79" cstate="print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5995" y="2544077"/>
            <a:ext cx="964734" cy="258141"/>
          </a:xfrm>
          <a:prstGeom prst="rect">
            <a:avLst/>
          </a:prstGeom>
        </p:spPr>
      </p:pic>
      <p:pic>
        <p:nvPicPr>
          <p:cNvPr id="27" name="Picture 26" descr="A logo with a yellow cloud in the middle&#10;&#10;AI-generated content may be incorrect.">
            <a:extLst>
              <a:ext uri="{FF2B5EF4-FFF2-40B4-BE49-F238E27FC236}">
                <a16:creationId xmlns:a16="http://schemas.microsoft.com/office/drawing/2014/main" id="{D590B371-164D-C90D-B441-6F532EB2DC2B}"/>
              </a:ext>
            </a:extLst>
          </p:cNvPr>
          <p:cNvPicPr>
            <a:picLocks noChangeAspect="1"/>
          </p:cNvPicPr>
          <p:nvPr/>
        </p:nvPicPr>
        <p:blipFill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9868" y="2426784"/>
            <a:ext cx="839880" cy="579773"/>
          </a:xfrm>
          <a:prstGeom prst="rect">
            <a:avLst/>
          </a:prstGeom>
        </p:spPr>
      </p:pic>
      <p:pic>
        <p:nvPicPr>
          <p:cNvPr id="20" name="Picture 19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882D7DB9-A3C3-D74B-75D9-3C531DDB365B}"/>
              </a:ext>
            </a:extLst>
          </p:cNvPr>
          <p:cNvPicPr>
            <a:picLocks noChangeAspect="1"/>
          </p:cNvPicPr>
          <p:nvPr/>
        </p:nvPicPr>
        <p:blipFill>
          <a:blip r:embed="rId83" cstate="print">
            <a:extLst>
              <a:ext uri="{BEBA8EAE-BF5A-486C-A8C5-ECC9F3942E4B}">
                <a14:imgProps xmlns:a14="http://schemas.microsoft.com/office/drawing/2010/main">
                  <a14:imgLayer r:embed="rId8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5212" y="2442349"/>
            <a:ext cx="734377" cy="540109"/>
          </a:xfrm>
          <a:prstGeom prst="rect">
            <a:avLst/>
          </a:prstGeom>
        </p:spPr>
      </p:pic>
      <p:pic>
        <p:nvPicPr>
          <p:cNvPr id="24" name="Picture 23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A8817931-BE0B-186E-B332-88B8A05DE8EB}"/>
              </a:ext>
            </a:extLst>
          </p:cNvPr>
          <p:cNvPicPr>
            <a:picLocks noChangeAspect="1"/>
          </p:cNvPicPr>
          <p:nvPr/>
        </p:nvPicPr>
        <p:blipFill>
          <a:blip r:embed="rId85" cstate="print">
            <a:extLst>
              <a:ext uri="{BEBA8EAE-BF5A-486C-A8C5-ECC9F3942E4B}">
                <a14:imgProps xmlns:a14="http://schemas.microsoft.com/office/drawing/2010/main">
                  <a14:imgLayer r:embed="rId8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64903" y="2615201"/>
            <a:ext cx="946549" cy="211679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70374DD6-3FF2-C718-F777-B0C37DEDC1A5}"/>
              </a:ext>
            </a:extLst>
          </p:cNvPr>
          <p:cNvGrpSpPr/>
          <p:nvPr/>
        </p:nvGrpSpPr>
        <p:grpSpPr>
          <a:xfrm>
            <a:off x="7696902" y="2628383"/>
            <a:ext cx="1021583" cy="187131"/>
            <a:chOff x="7693791" y="2771485"/>
            <a:chExt cx="1021583" cy="187131"/>
          </a:xfrm>
        </p:grpSpPr>
        <p:pic>
          <p:nvPicPr>
            <p:cNvPr id="3090" name="Picture 18" descr="Chevrolet en Medellín | Ofertas Exclusivas en Concesionario Ayurá Motor">
              <a:extLst>
                <a:ext uri="{FF2B5EF4-FFF2-40B4-BE49-F238E27FC236}">
                  <a16:creationId xmlns:a16="http://schemas.microsoft.com/office/drawing/2014/main" id="{3DC6919A-3354-11FE-C77A-C36EA8C811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7" cstate="print">
              <a:extLst>
                <a:ext uri="{BEBA8EAE-BF5A-486C-A8C5-ECC9F3942E4B}">
                  <a14:imgProps xmlns:a14="http://schemas.microsoft.com/office/drawing/2010/main">
                    <a14:imgLayer r:embed="rId88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l="10393" r="10393" b="54944"/>
            <a:stretch>
              <a:fillRect/>
            </a:stretch>
          </p:blipFill>
          <p:spPr bwMode="auto">
            <a:xfrm>
              <a:off x="7693791" y="2810907"/>
              <a:ext cx="281061" cy="799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18" descr="Chevrolet en Medellín | Ofertas Exclusivas en Concesionario Ayurá Motor">
              <a:extLst>
                <a:ext uri="{FF2B5EF4-FFF2-40B4-BE49-F238E27FC236}">
                  <a16:creationId xmlns:a16="http://schemas.microsoft.com/office/drawing/2014/main" id="{56C9CEBC-5AFC-4D13-5F2A-8461250A196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9" cstate="print">
              <a:extLst>
                <a:ext uri="{BEBA8EAE-BF5A-486C-A8C5-ECC9F3942E4B}">
                  <a14:imgProps xmlns:a14="http://schemas.microsoft.com/office/drawing/2010/main">
                    <a14:imgLayer r:embed="rId9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l="9810" t="54945" r="9810" b="5623"/>
            <a:stretch>
              <a:fillRect/>
            </a:stretch>
          </p:blipFill>
          <p:spPr bwMode="auto">
            <a:xfrm>
              <a:off x="7952468" y="2771485"/>
              <a:ext cx="762906" cy="1871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 descr="Home | coopemsura">
            <a:extLst>
              <a:ext uri="{FF2B5EF4-FFF2-40B4-BE49-F238E27FC236}">
                <a16:creationId xmlns:a16="http://schemas.microsoft.com/office/drawing/2014/main" id="{2A983E45-18E1-777F-C9DA-347692C7D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1" cstate="print">
            <a:extLst>
              <a:ext uri="{BEBA8EAE-BF5A-486C-A8C5-ECC9F3942E4B}">
                <a14:imgProps xmlns:a14="http://schemas.microsoft.com/office/drawing/2010/main">
                  <a14:imgLayer r:embed="rId9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52989" y="2442631"/>
            <a:ext cx="1056232" cy="468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reafam® tramita ante la DIAN su actualización del registro web | Creafam">
            <a:extLst>
              <a:ext uri="{FF2B5EF4-FFF2-40B4-BE49-F238E27FC236}">
                <a16:creationId xmlns:a16="http://schemas.microsoft.com/office/drawing/2014/main" id="{FC8ABAC1-AC6F-F651-D7B8-F86DE3BBC8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3" cstate="print">
            <a:extLst>
              <a:ext uri="{BEBA8EAE-BF5A-486C-A8C5-ECC9F3942E4B}">
                <a14:imgProps xmlns:a14="http://schemas.microsoft.com/office/drawing/2010/main">
                  <a14:imgLayer r:embed="rId9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0933" t="26743" r="10933" b="26743"/>
          <a:stretch>
            <a:fillRect/>
          </a:stretch>
        </p:blipFill>
        <p:spPr bwMode="auto">
          <a:xfrm>
            <a:off x="6388652" y="2603324"/>
            <a:ext cx="861245" cy="28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52" descr="A logo with a star and laurel wreath&#10;&#10;AI-generated content may be incorrect.">
            <a:extLst>
              <a:ext uri="{FF2B5EF4-FFF2-40B4-BE49-F238E27FC236}">
                <a16:creationId xmlns:a16="http://schemas.microsoft.com/office/drawing/2014/main" id="{2FD5F1EE-00DE-C34E-D53A-9E044AC3D258}"/>
              </a:ext>
            </a:extLst>
          </p:cNvPr>
          <p:cNvPicPr>
            <a:picLocks noChangeAspect="1"/>
          </p:cNvPicPr>
          <p:nvPr/>
        </p:nvPicPr>
        <p:blipFill>
          <a:blip r:embed="rId95" cstate="print">
            <a:extLst>
              <a:ext uri="{BEBA8EAE-BF5A-486C-A8C5-ECC9F3942E4B}">
                <a14:imgProps xmlns:a14="http://schemas.microsoft.com/office/drawing/2010/main">
                  <a14:imgLayer r:embed="rId9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804" y="2373860"/>
            <a:ext cx="651543" cy="65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01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88871-ADDF-6B2A-EAF9-936132E17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8D16338D-F27E-433C-88F2-ACC3EBCFA83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938213" y="3325747"/>
            <a:ext cx="5057775" cy="1219200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Thank you</a:t>
            </a:r>
            <a:br>
              <a:rPr lang="en-US" sz="4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4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 your time.</a:t>
            </a:r>
          </a:p>
          <a:p>
            <a:pPr marL="0" indent="0">
              <a:buNone/>
            </a:pP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5C60F494-07FE-BBBB-142A-19ED1E5A39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www.softgic.co</a:t>
            </a:r>
          </a:p>
        </p:txBody>
      </p:sp>
    </p:spTree>
    <p:extLst>
      <p:ext uri="{BB962C8B-B14F-4D97-AF65-F5344CB8AC3E}">
        <p14:creationId xmlns:p14="http://schemas.microsoft.com/office/powerpoint/2010/main" val="2614217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ne Source">
      <a:dk1>
        <a:srgbClr val="53595F"/>
      </a:dk1>
      <a:lt1>
        <a:sysClr val="window" lastClr="FFFFFF"/>
      </a:lt1>
      <a:dk2>
        <a:srgbClr val="53595F"/>
      </a:dk2>
      <a:lt2>
        <a:srgbClr val="FFFFFF"/>
      </a:lt2>
      <a:accent1>
        <a:srgbClr val="F7A730"/>
      </a:accent1>
      <a:accent2>
        <a:srgbClr val="20BFD0"/>
      </a:accent2>
      <a:accent3>
        <a:srgbClr val="F58433"/>
      </a:accent3>
      <a:accent4>
        <a:srgbClr val="0096AB"/>
      </a:accent4>
      <a:accent5>
        <a:srgbClr val="DB6A26"/>
      </a:accent5>
      <a:accent6>
        <a:srgbClr val="007788"/>
      </a:accent6>
      <a:hlink>
        <a:srgbClr val="20BFD0"/>
      </a:hlink>
      <a:folHlink>
        <a:srgbClr val="F7A73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8C84136AFA73346A53A81C03D1AF1EA" ma:contentTypeVersion="13" ma:contentTypeDescription="Crear nuevo documento." ma:contentTypeScope="" ma:versionID="9640555baaeafe92e1242048504d9380">
  <xsd:schema xmlns:xsd="http://www.w3.org/2001/XMLSchema" xmlns:xs="http://www.w3.org/2001/XMLSchema" xmlns:p="http://schemas.microsoft.com/office/2006/metadata/properties" xmlns:ns2="619d825d-328e-45d3-b71a-61f63e23d1a2" xmlns:ns3="b49aa62f-5b3b-45ca-8c37-ae9a46f4f86b" targetNamespace="http://schemas.microsoft.com/office/2006/metadata/properties" ma:root="true" ma:fieldsID="e7ddc2267de299ca961075531651da67" ns2:_="" ns3:_="">
    <xsd:import namespace="619d825d-328e-45d3-b71a-61f63e23d1a2"/>
    <xsd:import namespace="b49aa62f-5b3b-45ca-8c37-ae9a46f4f8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9d825d-328e-45d3-b71a-61f63e23d1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929f3d6-86b1-4ef8-936c-9d77b80035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9aa62f-5b3b-45ca-8c37-ae9a46f4f86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dbd9f44-8d66-4805-8a08-c692f0fb4cdc}" ma:internalName="TaxCatchAll" ma:showField="CatchAllData" ma:web="b49aa62f-5b3b-45ca-8c37-ae9a46f4f8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3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19d825d-328e-45d3-b71a-61f63e23d1a2">
      <Terms xmlns="http://schemas.microsoft.com/office/infopath/2007/PartnerControls"/>
    </lcf76f155ced4ddcb4097134ff3c332f>
    <TaxCatchAll xmlns="b49aa62f-5b3b-45ca-8c37-ae9a46f4f86b" xsi:nil="true"/>
  </documentManagement>
</p:properties>
</file>

<file path=customXml/itemProps1.xml><?xml version="1.0" encoding="utf-8"?>
<ds:datastoreItem xmlns:ds="http://schemas.openxmlformats.org/officeDocument/2006/customXml" ds:itemID="{F78EBF63-C08B-4698-8247-F684B3B3CFFA}"/>
</file>

<file path=customXml/itemProps2.xml><?xml version="1.0" encoding="utf-8"?>
<ds:datastoreItem xmlns:ds="http://schemas.openxmlformats.org/officeDocument/2006/customXml" ds:itemID="{35058F79-C8D3-4528-A4E6-471AED418D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6264F3-1B6F-4AF3-A013-C32D049B79A7}">
  <ds:schemaRefs>
    <ds:schemaRef ds:uri="http://schemas.microsoft.com/office/2006/metadata/properties"/>
    <ds:schemaRef ds:uri="http://schemas.microsoft.com/office/infopath/2007/PartnerControls"/>
    <ds:schemaRef ds:uri="63c3ac7d-fd62-49b0-9178-85a9b53bfc04"/>
    <ds:schemaRef ds:uri="b49aa62f-5b3b-45ca-8c37-ae9a46f4f86b"/>
    <ds:schemaRef ds:uri="619d825d-328e-45d3-b71a-61f63e23d1a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1896</TotalTime>
  <Words>200</Words>
  <Application>Microsoft Office PowerPoint</Application>
  <PresentationFormat>Panorámica</PresentationFormat>
  <Paragraphs>95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Arial</vt:lpstr>
      <vt:lpstr>Poppins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Verjel</dc:creator>
  <cp:lastModifiedBy>Girlesa Rodriguez Durango</cp:lastModifiedBy>
  <cp:revision>44</cp:revision>
  <dcterms:created xsi:type="dcterms:W3CDTF">2024-08-26T13:23:58Z</dcterms:created>
  <dcterms:modified xsi:type="dcterms:W3CDTF">2026-03-27T16:10:11Z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0x010100F8C84136AFA73346A53A81C03D1AF1EA</vt:lpwstr>
  </property>
  <property fmtid="{D5CDD505-2E9C-101B-9397-08002B2CF9AE}" pid="3" name="MediaServiceImageTags">
    <vt:lpwstr/>
  </property>
  <property fmtid="{D5CDD505-2E9C-101B-9397-08002B2CF9AE}" pid="4" name="LastSaved">
    <vt:filetime>2023-03-16T00:00:00Z</vt:filetime>
  </property>
  <property fmtid="{D5CDD505-2E9C-101B-9397-08002B2CF9AE}" pid="5" name="Creator">
    <vt:lpwstr>Adobe Illustrator 25.0 (Windows)</vt:lpwstr>
  </property>
  <property fmtid="{D5CDD505-2E9C-101B-9397-08002B2CF9AE}" pid="6" name="Created">
    <vt:filetime>2023-03-14T00:00:00Z</vt:filetime>
  </property>
</Properties>
</file>